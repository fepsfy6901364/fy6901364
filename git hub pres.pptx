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E1A87-F397-4D0B-A8F6-9DD3E18DCA97}" v="1" dt="2024-12-05T14:39:01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35C2-BF44-CE34-41D9-AF280C08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7147F-11DC-0302-48F1-3BE106831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2FC8-796B-8491-930C-659FFA0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E37AB-9A85-4983-1C84-F9D32A01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BA4F-5639-8131-E9F0-E8F6ED49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20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2B29-48FE-53C0-8930-8960E439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DF8E-B1BC-0638-170E-293556985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B9C2D-A6AF-D01B-FFB0-821EF3ED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C059-F9A1-7A44-E088-D1D82C40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F720C-96F5-BF89-A805-D4555426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95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E127-5534-71C5-0E91-87670853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774B9-0998-589C-0506-FCFEB317F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AD15C-B357-60BE-8484-295F4F8C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B741-7997-7031-8830-E6C5AD3D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E112-B9A8-56AA-E88F-5000D838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73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A512-0706-E9B1-7800-BA73639C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1AB3-CBD6-BF91-481C-B3FBCD6B5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4811E-BA9F-42E2-051E-8E5B8D6D8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B10F7-1F74-5F0C-5E66-BD85A6E4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74A1B-0FD9-B1FB-91A3-896801B0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2A5C2-8A84-C43C-4C13-3DAEA082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01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8F00-822D-6568-B5A2-F4109A93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822E1-CF01-1641-7A9E-EE925364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E9AC1-8FBF-890E-E6A5-384DF7F07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A2E31-D80D-4A6D-D71C-20F33CA5A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6788D-8D67-ABD5-630C-2D5613632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37A95-D9E0-9E5D-3866-C77556F4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8C73-CFC2-F657-BDFB-7789ADDE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59E8C-12C7-ADD2-AF0E-69C068AF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22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D666-6FAD-722F-A5F8-1444A075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AD91F-FEC2-BB7D-DFC5-BFBFC0E0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34A7E-E502-A076-730D-AD77DF43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8DE18-C0F4-28C3-0327-BFC61144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34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5CDB-9EF4-F7DF-843C-2F843C25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2C438-DBD0-EF6B-6561-EED0BBDD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69397-696D-8EF0-D985-D503B4E6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76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127B-87A9-7AEC-D41E-E9453D3E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2F81-5F35-A685-F646-431C5EE1E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8B0ED-42FE-6111-6EC1-18A137511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AF0F4-27CB-1DCF-9E15-D7549736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7F9E5-2541-2CC9-D3E5-51E460E3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C3851-7DC8-BFA9-147F-6655A847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00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420B-5145-8D52-B7C6-582C0901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26D4E-C7A4-1AC2-04EC-F68044EF9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EBF1F-353C-D0C6-6B3D-69B0F6866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3E9B9-1C4E-7BAB-57AB-07953EAC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A82B7-D0D5-952F-8688-CF411783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B54C9-F505-FE65-6D42-0D7C2F58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94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3949-C90E-DD97-3BF9-036066D8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F099D-4115-BD45-5A83-105032761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58088-A7C9-05A1-A9C0-FDD848B4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94C41-AE35-164E-5181-B95E7FF2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335C-DE1E-2CCE-49B7-54F323C7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187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F1896-1D98-0956-BB68-99AECD230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2992D-2014-EAA3-206B-7A2798D5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2FCFE-F184-BC51-F123-2AFFD824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4A83-7E63-65C9-8932-EAE5A798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C7E27-3567-5817-F129-1B51408C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51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EBB20-9A1C-2ACB-7635-8C3A83EA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638EF-3016-8854-822C-A3EEC7F20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5AA9-0E2C-BFBE-D1A2-06E102800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7ED27-DC2F-4ED2-A6CD-3F06C0A34230}" type="datetimeFigureOut">
              <a:rPr lang="en-GB" smtClean="0"/>
              <a:t>05/12/2024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954A2-44F1-9D6B-C7CE-BC62FD814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6780-85D6-1B14-F5FE-C01C8F339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B42EE-30CC-4908-91DA-06CB5BF724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6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4a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.gif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7" Type="http://schemas.openxmlformats.org/officeDocument/2006/relationships/image" Target="../media/image2.png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7" Type="http://schemas.openxmlformats.org/officeDocument/2006/relationships/image" Target="../media/image2.png"/><Relationship Id="rId2" Type="http://schemas.microsoft.com/office/2007/relationships/media" Target="../media/media5.m4a"/><Relationship Id="rId1" Type="http://schemas.openxmlformats.org/officeDocument/2006/relationships/tags" Target="../tags/tag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Video 15" descr="View from plane wing">
            <a:extLst>
              <a:ext uri="{FF2B5EF4-FFF2-40B4-BE49-F238E27FC236}">
                <a16:creationId xmlns:a16="http://schemas.microsoft.com/office/drawing/2014/main" id="{61FA86ED-1FF6-4607-71F5-51969C51AF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4B022-34F4-631F-8B03-81BA1D93D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5200">
                <a:solidFill>
                  <a:srgbClr val="FFFFFF"/>
                </a:solidFill>
              </a:rPr>
              <a:t>How the 4 fundamental forces affect flight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6A355-C4D5-2CCD-F598-9557BA789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mohib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6603C011-7645-8C9D-89E4-0795B1DA868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9020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85"/>
    </mc:Choice>
    <mc:Fallback xmlns="">
      <p:transition spd="slow" advTm="5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04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audio isNarration="1"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285" objId="16"/>
        <p14:stopEvt time="5097" objId="16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E0E46-C9F0-1445-B630-63261B56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/>
              <a:t>Introduction of the principles behind flight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FE1211-2793-C253-71F2-F818232566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Aerodynamics is the study of how air interacts with objects in motion, such as airplanes.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i="0" u="sng" strike="noStrike" cap="none" normalizeH="0" baseline="0">
                <a:ln>
                  <a:noFill/>
                </a:ln>
                <a:effectLst/>
              </a:rPr>
              <a:t>Airplane flight is governed by four fundamental forces: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40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Thrust: A forward force generated by the airplane’s engines, enabling motion.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Drag: A resistive force caused by air resistance acting opposite to thrust.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Lift: An upward force generated by the wings, enabling the airplane to counteract gravity.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Weight: The downward force due to gravity acting on the airplane’s mass.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i="0" u="sng" strike="noStrike" cap="none" normalizeH="0" baseline="0">
                <a:ln>
                  <a:noFill/>
                </a:ln>
                <a:effectLst/>
              </a:rPr>
              <a:t>Stable flight requires a balance of forces: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Thrust must overcome drag.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Lift must balance weight.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How Airplane Flies? | Aviation Nuggets">
            <a:extLst>
              <a:ext uri="{FF2B5EF4-FFF2-40B4-BE49-F238E27FC236}">
                <a16:creationId xmlns:a16="http://schemas.microsoft.com/office/drawing/2014/main" id="{2A600CAD-6E69-B7C8-E3E4-0730FC264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266338"/>
            <a:ext cx="4788505" cy="359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9E17F55-5C52-D97C-AD5A-FB05F104666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778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7374">
        <p:fade/>
      </p:transition>
    </mc:Choice>
    <mc:Fallback xmlns="">
      <p:transition spd="med" advTm="5737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C5F44963-F78F-4F17-86B4-4EAA3536B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76A8F-D03A-398E-B5E8-1F275884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598"/>
            <a:ext cx="6587518" cy="1330841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Thrust and drag </a:t>
            </a: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ED0C7352-B65C-3E6D-07F5-FE6A329A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1"/>
            <a:ext cx="6587518" cy="39085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200" u="sng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sz="1200" u="sng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Thrust: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Generated by propulsion systems,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Jet engines for high-speed, long-distance efficiency.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Turboprop engines for slower speeds and fuel-efficient regional flights.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Piston engines in light aircraft, using propellers for forward force.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Follows Newton’s Third Law: Expelling air or exhaust backward generates an equal forward reaction force.</a:t>
            </a:r>
          </a:p>
          <a:p>
            <a:pPr marL="0" indent="0">
              <a:buNone/>
            </a:pPr>
            <a:r>
              <a:rPr lang="en-GB" sz="1200" u="sng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Drag: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Resists forward motion and opposes thrust, slowing the airplane.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Two main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Parasite Drag: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Caused by air resistance on non-lifting parts (e.g., fuselage, landing gear).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Increases exponentially with speed and reduced through smoother, streamlined designs.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Induced Drag: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Results from lift generation, creating wingtip vortices and energy loss.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Most significant at low speeds (e.g., take-off, landing).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Mitigated using winglets to reduce vortices and enhance fuel efficiency.</a:t>
            </a:r>
          </a:p>
          <a:p>
            <a:endParaRPr lang="en-GB" sz="1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2BCA4C2-A213-404E-B14B-DA9A32CE5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4518" y="0"/>
            <a:ext cx="3687482" cy="6858000"/>
          </a:xfrm>
          <a:custGeom>
            <a:avLst/>
            <a:gdLst>
              <a:gd name="connsiteX0" fmla="*/ 1814929 w 4376835"/>
              <a:gd name="connsiteY0" fmla="*/ 0 h 6858000"/>
              <a:gd name="connsiteX1" fmla="*/ 4376835 w 4376835"/>
              <a:gd name="connsiteY1" fmla="*/ 0 h 6858000"/>
              <a:gd name="connsiteX2" fmla="*/ 4376835 w 4376835"/>
              <a:gd name="connsiteY2" fmla="*/ 6858000 h 6858000"/>
              <a:gd name="connsiteX3" fmla="*/ 0 w 4376835"/>
              <a:gd name="connsiteY3" fmla="*/ 6858000 h 6858000"/>
              <a:gd name="connsiteX4" fmla="*/ 2310 w 4376835"/>
              <a:gd name="connsiteY4" fmla="*/ 6853652 h 6858000"/>
              <a:gd name="connsiteX5" fmla="*/ 91006 w 4376835"/>
              <a:gd name="connsiteY5" fmla="*/ 6620968 h 6858000"/>
              <a:gd name="connsiteX6" fmla="*/ 81892 w 4376835"/>
              <a:gd name="connsiteY6" fmla="*/ 6435659 h 6858000"/>
              <a:gd name="connsiteX7" fmla="*/ 80998 w 4376835"/>
              <a:gd name="connsiteY7" fmla="*/ 6414855 h 6858000"/>
              <a:gd name="connsiteX8" fmla="*/ 75836 w 4376835"/>
              <a:gd name="connsiteY8" fmla="*/ 6409671 h 6858000"/>
              <a:gd name="connsiteX9" fmla="*/ 77989 w 4376835"/>
              <a:gd name="connsiteY9" fmla="*/ 6396556 h 6858000"/>
              <a:gd name="connsiteX10" fmla="*/ 77374 w 4376835"/>
              <a:gd name="connsiteY10" fmla="*/ 6392981 h 6858000"/>
              <a:gd name="connsiteX11" fmla="*/ 75036 w 4376835"/>
              <a:gd name="connsiteY11" fmla="*/ 6372572 h 6858000"/>
              <a:gd name="connsiteX12" fmla="*/ 99554 w 4376835"/>
              <a:gd name="connsiteY12" fmla="*/ 6331118 h 6858000"/>
              <a:gd name="connsiteX13" fmla="*/ 105442 w 4376835"/>
              <a:gd name="connsiteY13" fmla="*/ 6278374 h 6858000"/>
              <a:gd name="connsiteX14" fmla="*/ 172914 w 4376835"/>
              <a:gd name="connsiteY14" fmla="*/ 6144628 h 6858000"/>
              <a:gd name="connsiteX15" fmla="*/ 264181 w 4376835"/>
              <a:gd name="connsiteY15" fmla="*/ 5952072 h 6858000"/>
              <a:gd name="connsiteX16" fmla="*/ 423554 w 4376835"/>
              <a:gd name="connsiteY16" fmla="*/ 5679532 h 6858000"/>
              <a:gd name="connsiteX17" fmla="*/ 434055 w 4376835"/>
              <a:gd name="connsiteY17" fmla="*/ 5473593 h 6858000"/>
              <a:gd name="connsiteX18" fmla="*/ 403759 w 4376835"/>
              <a:gd name="connsiteY18" fmla="*/ 5215514 h 6858000"/>
              <a:gd name="connsiteX19" fmla="*/ 367284 w 4376835"/>
              <a:gd name="connsiteY19" fmla="*/ 5066430 h 6858000"/>
              <a:gd name="connsiteX20" fmla="*/ 317365 w 4376835"/>
              <a:gd name="connsiteY20" fmla="*/ 5016642 h 6858000"/>
              <a:gd name="connsiteX21" fmla="*/ 317834 w 4376835"/>
              <a:gd name="connsiteY21" fmla="*/ 5008528 h 6858000"/>
              <a:gd name="connsiteX22" fmla="*/ 317591 w 4376835"/>
              <a:gd name="connsiteY22" fmla="*/ 5008366 h 6858000"/>
              <a:gd name="connsiteX23" fmla="*/ 318532 w 4376835"/>
              <a:gd name="connsiteY23" fmla="*/ 5000689 h 6858000"/>
              <a:gd name="connsiteX24" fmla="*/ 326373 w 4376835"/>
              <a:gd name="connsiteY24" fmla="*/ 4962649 h 6858000"/>
              <a:gd name="connsiteX25" fmla="*/ 304517 w 4376835"/>
              <a:gd name="connsiteY25" fmla="*/ 4845612 h 6858000"/>
              <a:gd name="connsiteX26" fmla="*/ 312138 w 4376835"/>
              <a:gd name="connsiteY26" fmla="*/ 4821435 h 6858000"/>
              <a:gd name="connsiteX27" fmla="*/ 314669 w 4376835"/>
              <a:gd name="connsiteY27" fmla="*/ 4809154 h 6858000"/>
              <a:gd name="connsiteX28" fmla="*/ 318283 w 4376835"/>
              <a:gd name="connsiteY28" fmla="*/ 4805250 h 6858000"/>
              <a:gd name="connsiteX29" fmla="*/ 320547 w 4376835"/>
              <a:gd name="connsiteY29" fmla="*/ 4787345 h 6858000"/>
              <a:gd name="connsiteX30" fmla="*/ 319715 w 4376835"/>
              <a:gd name="connsiteY30" fmla="*/ 4785453 h 6858000"/>
              <a:gd name="connsiteX31" fmla="*/ 325649 w 4376835"/>
              <a:gd name="connsiteY31" fmla="*/ 4770073 h 6858000"/>
              <a:gd name="connsiteX32" fmla="*/ 335542 w 4376835"/>
              <a:gd name="connsiteY32" fmla="*/ 4756450 h 6858000"/>
              <a:gd name="connsiteX33" fmla="*/ 339391 w 4376835"/>
              <a:gd name="connsiteY33" fmla="*/ 4606479 h 6858000"/>
              <a:gd name="connsiteX34" fmla="*/ 385485 w 4376835"/>
              <a:gd name="connsiteY34" fmla="*/ 4470620 h 6858000"/>
              <a:gd name="connsiteX35" fmla="*/ 386474 w 4376835"/>
              <a:gd name="connsiteY35" fmla="*/ 4389388 h 6858000"/>
              <a:gd name="connsiteX36" fmla="*/ 365661 w 4376835"/>
              <a:gd name="connsiteY36" fmla="*/ 4365498 h 6858000"/>
              <a:gd name="connsiteX37" fmla="*/ 389339 w 4376835"/>
              <a:gd name="connsiteY37" fmla="*/ 4160513 h 6858000"/>
              <a:gd name="connsiteX38" fmla="*/ 385403 w 4376835"/>
              <a:gd name="connsiteY38" fmla="*/ 4109650 h 6858000"/>
              <a:gd name="connsiteX39" fmla="*/ 402327 w 4376835"/>
              <a:gd name="connsiteY39" fmla="*/ 4061824 h 6858000"/>
              <a:gd name="connsiteX40" fmla="*/ 396156 w 4376835"/>
              <a:gd name="connsiteY40" fmla="*/ 4043965 h 6858000"/>
              <a:gd name="connsiteX41" fmla="*/ 394868 w 4376835"/>
              <a:gd name="connsiteY41" fmla="*/ 4040920 h 6858000"/>
              <a:gd name="connsiteX42" fmla="*/ 394584 w 4376835"/>
              <a:gd name="connsiteY42" fmla="*/ 4028000 h 6858000"/>
              <a:gd name="connsiteX43" fmla="*/ 388418 w 4376835"/>
              <a:gd name="connsiteY43" fmla="*/ 4025270 h 6858000"/>
              <a:gd name="connsiteX44" fmla="*/ 383628 w 4376835"/>
              <a:gd name="connsiteY44" fmla="*/ 4006478 h 6858000"/>
              <a:gd name="connsiteX45" fmla="*/ 384802 w 4376835"/>
              <a:gd name="connsiteY45" fmla="*/ 3982442 h 6858000"/>
              <a:gd name="connsiteX46" fmla="*/ 397167 w 4376835"/>
              <a:gd name="connsiteY46" fmla="*/ 3867331 h 6858000"/>
              <a:gd name="connsiteX47" fmla="*/ 400691 w 4376835"/>
              <a:gd name="connsiteY47" fmla="*/ 3798966 h 6858000"/>
              <a:gd name="connsiteX48" fmla="*/ 395946 w 4376835"/>
              <a:gd name="connsiteY48" fmla="*/ 3773791 h 6858000"/>
              <a:gd name="connsiteX49" fmla="*/ 393410 w 4376835"/>
              <a:gd name="connsiteY49" fmla="*/ 3738098 h 6858000"/>
              <a:gd name="connsiteX50" fmla="*/ 384223 w 4376835"/>
              <a:gd name="connsiteY50" fmla="*/ 3675719 h 6858000"/>
              <a:gd name="connsiteX51" fmla="*/ 386290 w 4376835"/>
              <a:gd name="connsiteY51" fmla="*/ 3642763 h 6858000"/>
              <a:gd name="connsiteX52" fmla="*/ 382514 w 4376835"/>
              <a:gd name="connsiteY52" fmla="*/ 3624093 h 6858000"/>
              <a:gd name="connsiteX53" fmla="*/ 383976 w 4376835"/>
              <a:gd name="connsiteY53" fmla="*/ 3616602 h 6858000"/>
              <a:gd name="connsiteX54" fmla="*/ 385517 w 4376835"/>
              <a:gd name="connsiteY54" fmla="*/ 3591527 h 6858000"/>
              <a:gd name="connsiteX55" fmla="*/ 387146 w 4376835"/>
              <a:gd name="connsiteY55" fmla="*/ 3577241 h 6858000"/>
              <a:gd name="connsiteX56" fmla="*/ 388068 w 4376835"/>
              <a:gd name="connsiteY56" fmla="*/ 3571585 h 6858000"/>
              <a:gd name="connsiteX57" fmla="*/ 395496 w 4376835"/>
              <a:gd name="connsiteY57" fmla="*/ 3559720 h 6858000"/>
              <a:gd name="connsiteX58" fmla="*/ 394985 w 4376835"/>
              <a:gd name="connsiteY58" fmla="*/ 3543047 h 6858000"/>
              <a:gd name="connsiteX59" fmla="*/ 403028 w 4376835"/>
              <a:gd name="connsiteY59" fmla="*/ 3525651 h 6858000"/>
              <a:gd name="connsiteX60" fmla="*/ 398728 w 4376835"/>
              <a:gd name="connsiteY60" fmla="*/ 3520715 h 6858000"/>
              <a:gd name="connsiteX61" fmla="*/ 395530 w 4376835"/>
              <a:gd name="connsiteY61" fmla="*/ 3505412 h 6858000"/>
              <a:gd name="connsiteX62" fmla="*/ 402719 w 4376835"/>
              <a:gd name="connsiteY62" fmla="*/ 3493445 h 6858000"/>
              <a:gd name="connsiteX63" fmla="*/ 409328 w 4376835"/>
              <a:gd name="connsiteY63" fmla="*/ 3467406 h 6858000"/>
              <a:gd name="connsiteX64" fmla="*/ 409292 w 4376835"/>
              <a:gd name="connsiteY64" fmla="*/ 3460033 h 6858000"/>
              <a:gd name="connsiteX65" fmla="*/ 419755 w 4376835"/>
              <a:gd name="connsiteY65" fmla="*/ 3435495 h 6858000"/>
              <a:gd name="connsiteX66" fmla="*/ 430771 w 4376835"/>
              <a:gd name="connsiteY66" fmla="*/ 3395884 h 6858000"/>
              <a:gd name="connsiteX67" fmla="*/ 439140 w 4376835"/>
              <a:gd name="connsiteY67" fmla="*/ 3350083 h 6858000"/>
              <a:gd name="connsiteX68" fmla="*/ 446544 w 4376835"/>
              <a:gd name="connsiteY68" fmla="*/ 3337690 h 6858000"/>
              <a:gd name="connsiteX69" fmla="*/ 470731 w 4376835"/>
              <a:gd name="connsiteY69" fmla="*/ 3254519 h 6858000"/>
              <a:gd name="connsiteX70" fmla="*/ 477713 w 4376835"/>
              <a:gd name="connsiteY70" fmla="*/ 3231166 h 6858000"/>
              <a:gd name="connsiteX71" fmla="*/ 478087 w 4376835"/>
              <a:gd name="connsiteY71" fmla="*/ 3210262 h 6858000"/>
              <a:gd name="connsiteX72" fmla="*/ 473269 w 4376835"/>
              <a:gd name="connsiteY72" fmla="*/ 3204689 h 6858000"/>
              <a:gd name="connsiteX73" fmla="*/ 476207 w 4376835"/>
              <a:gd name="connsiteY73" fmla="*/ 3191713 h 6858000"/>
              <a:gd name="connsiteX74" fmla="*/ 475813 w 4376835"/>
              <a:gd name="connsiteY74" fmla="*/ 3188085 h 6858000"/>
              <a:gd name="connsiteX75" fmla="*/ 474728 w 4376835"/>
              <a:gd name="connsiteY75" fmla="*/ 3167471 h 6858000"/>
              <a:gd name="connsiteX76" fmla="*/ 501612 w 4376835"/>
              <a:gd name="connsiteY76" fmla="*/ 3127774 h 6858000"/>
              <a:gd name="connsiteX77" fmla="*/ 510667 w 4376835"/>
              <a:gd name="connsiteY77" fmla="*/ 3075380 h 6858000"/>
              <a:gd name="connsiteX78" fmla="*/ 582379 w 4376835"/>
              <a:gd name="connsiteY78" fmla="*/ 2882573 h 6858000"/>
              <a:gd name="connsiteX79" fmla="*/ 569744 w 4376835"/>
              <a:gd name="connsiteY79" fmla="*/ 2849169 h 6858000"/>
              <a:gd name="connsiteX80" fmla="*/ 590685 w 4376835"/>
              <a:gd name="connsiteY80" fmla="*/ 2768869 h 6858000"/>
              <a:gd name="connsiteX81" fmla="*/ 665292 w 4376835"/>
              <a:gd name="connsiteY81" fmla="*/ 2655182 h 6858000"/>
              <a:gd name="connsiteX82" fmla="*/ 705757 w 4376835"/>
              <a:gd name="connsiteY82" fmla="*/ 2507872 h 6858000"/>
              <a:gd name="connsiteX83" fmla="*/ 717932 w 4376835"/>
              <a:gd name="connsiteY83" fmla="*/ 2498916 h 6858000"/>
              <a:gd name="connsiteX84" fmla="*/ 727017 w 4376835"/>
              <a:gd name="connsiteY84" fmla="*/ 2486382 h 6858000"/>
              <a:gd name="connsiteX85" fmla="*/ 726741 w 4376835"/>
              <a:gd name="connsiteY85" fmla="*/ 2484113 h 6858000"/>
              <a:gd name="connsiteX86" fmla="*/ 733179 w 4376835"/>
              <a:gd name="connsiteY86" fmla="*/ 2467361 h 6858000"/>
              <a:gd name="connsiteX87" fmla="*/ 737364 w 4376835"/>
              <a:gd name="connsiteY87" fmla="*/ 2465156 h 6858000"/>
              <a:gd name="connsiteX88" fmla="*/ 742650 w 4376835"/>
              <a:gd name="connsiteY88" fmla="*/ 2454122 h 6858000"/>
              <a:gd name="connsiteX89" fmla="*/ 755408 w 4376835"/>
              <a:gd name="connsiteY89" fmla="*/ 2433619 h 6858000"/>
              <a:gd name="connsiteX90" fmla="*/ 755598 w 4376835"/>
              <a:gd name="connsiteY90" fmla="*/ 2428626 h 6858000"/>
              <a:gd name="connsiteX91" fmla="*/ 771418 w 4376835"/>
              <a:gd name="connsiteY91" fmla="*/ 2395899 h 6858000"/>
              <a:gd name="connsiteX92" fmla="*/ 770593 w 4376835"/>
              <a:gd name="connsiteY92" fmla="*/ 2394897 h 6858000"/>
              <a:gd name="connsiteX93" fmla="*/ 770497 w 4376835"/>
              <a:gd name="connsiteY93" fmla="*/ 2383267 h 6858000"/>
              <a:gd name="connsiteX94" fmla="*/ 772693 w 4376835"/>
              <a:gd name="connsiteY94" fmla="*/ 2362296 h 6858000"/>
              <a:gd name="connsiteX95" fmla="*/ 764846 w 4376835"/>
              <a:gd name="connsiteY95" fmla="*/ 2307129 h 6858000"/>
              <a:gd name="connsiteX96" fmla="*/ 781226 w 4376835"/>
              <a:gd name="connsiteY96" fmla="*/ 2272947 h 6858000"/>
              <a:gd name="connsiteX97" fmla="*/ 783960 w 4376835"/>
              <a:gd name="connsiteY97" fmla="*/ 2265753 h 6858000"/>
              <a:gd name="connsiteX98" fmla="*/ 783783 w 4376835"/>
              <a:gd name="connsiteY98" fmla="*/ 2265478 h 6858000"/>
              <a:gd name="connsiteX99" fmla="*/ 786206 w 4376835"/>
              <a:gd name="connsiteY99" fmla="*/ 2257630 h 6858000"/>
              <a:gd name="connsiteX100" fmla="*/ 788946 w 4376835"/>
              <a:gd name="connsiteY100" fmla="*/ 2252635 h 6858000"/>
              <a:gd name="connsiteX101" fmla="*/ 794250 w 4376835"/>
              <a:gd name="connsiteY101" fmla="*/ 2238675 h 6858000"/>
              <a:gd name="connsiteX102" fmla="*/ 794536 w 4376835"/>
              <a:gd name="connsiteY102" fmla="*/ 2233003 h 6858000"/>
              <a:gd name="connsiteX103" fmla="*/ 792429 w 4376835"/>
              <a:gd name="connsiteY103" fmla="*/ 2229498 h 6858000"/>
              <a:gd name="connsiteX104" fmla="*/ 793227 w 4376835"/>
              <a:gd name="connsiteY104" fmla="*/ 2228401 h 6858000"/>
              <a:gd name="connsiteX105" fmla="*/ 795299 w 4376835"/>
              <a:gd name="connsiteY105" fmla="*/ 2197903 h 6858000"/>
              <a:gd name="connsiteX106" fmla="*/ 808822 w 4376835"/>
              <a:gd name="connsiteY106" fmla="*/ 2134368 h 6858000"/>
              <a:gd name="connsiteX107" fmla="*/ 820138 w 4376835"/>
              <a:gd name="connsiteY107" fmla="*/ 2099989 h 6858000"/>
              <a:gd name="connsiteX108" fmla="*/ 847225 w 4376835"/>
              <a:gd name="connsiteY108" fmla="*/ 2003626 h 6858000"/>
              <a:gd name="connsiteX109" fmla="*/ 871446 w 4376835"/>
              <a:gd name="connsiteY109" fmla="*/ 1905232 h 6858000"/>
              <a:gd name="connsiteX110" fmla="*/ 866894 w 4376835"/>
              <a:gd name="connsiteY110" fmla="*/ 1846725 h 6858000"/>
              <a:gd name="connsiteX111" fmla="*/ 868241 w 4376835"/>
              <a:gd name="connsiteY111" fmla="*/ 1841071 h 6858000"/>
              <a:gd name="connsiteX112" fmla="*/ 875742 w 4376835"/>
              <a:gd name="connsiteY112" fmla="*/ 1828958 h 6858000"/>
              <a:gd name="connsiteX113" fmla="*/ 879192 w 4376835"/>
              <a:gd name="connsiteY113" fmla="*/ 1824953 h 6858000"/>
              <a:gd name="connsiteX114" fmla="*/ 882790 w 4376835"/>
              <a:gd name="connsiteY114" fmla="*/ 1817574 h 6858000"/>
              <a:gd name="connsiteX115" fmla="*/ 886658 w 4376835"/>
              <a:gd name="connsiteY115" fmla="*/ 1811329 h 6858000"/>
              <a:gd name="connsiteX116" fmla="*/ 908112 w 4376835"/>
              <a:gd name="connsiteY116" fmla="*/ 1782991 h 6858000"/>
              <a:gd name="connsiteX117" fmla="*/ 1021695 w 4376835"/>
              <a:gd name="connsiteY117" fmla="*/ 1753240 h 6858000"/>
              <a:gd name="connsiteX118" fmla="*/ 1109428 w 4376835"/>
              <a:gd name="connsiteY118" fmla="*/ 1570998 h 6858000"/>
              <a:gd name="connsiteX119" fmla="*/ 1250520 w 4376835"/>
              <a:gd name="connsiteY119" fmla="*/ 1425857 h 6858000"/>
              <a:gd name="connsiteX120" fmla="*/ 1397360 w 4376835"/>
              <a:gd name="connsiteY120" fmla="*/ 1313547 h 6858000"/>
              <a:gd name="connsiteX121" fmla="*/ 1496269 w 4376835"/>
              <a:gd name="connsiteY121" fmla="*/ 1094720 h 6858000"/>
              <a:gd name="connsiteX122" fmla="*/ 1516735 w 4376835"/>
              <a:gd name="connsiteY122" fmla="*/ 913489 h 6858000"/>
              <a:gd name="connsiteX123" fmla="*/ 1518279 w 4376835"/>
              <a:gd name="connsiteY123" fmla="*/ 802489 h 6858000"/>
              <a:gd name="connsiteX124" fmla="*/ 1589359 w 4376835"/>
              <a:gd name="connsiteY124" fmla="*/ 598702 h 6858000"/>
              <a:gd name="connsiteX125" fmla="*/ 1674468 w 4376835"/>
              <a:gd name="connsiteY125" fmla="*/ 380053 h 6858000"/>
              <a:gd name="connsiteX126" fmla="*/ 1713442 w 4376835"/>
              <a:gd name="connsiteY126" fmla="*/ 307108 h 6858000"/>
              <a:gd name="connsiteX127" fmla="*/ 1723372 w 4376835"/>
              <a:gd name="connsiteY127" fmla="*/ 277643 h 6858000"/>
              <a:gd name="connsiteX128" fmla="*/ 1740253 w 4376835"/>
              <a:gd name="connsiteY128" fmla="*/ 228503 h 6858000"/>
              <a:gd name="connsiteX129" fmla="*/ 1743263 w 4376835"/>
              <a:gd name="connsiteY129" fmla="*/ 182970 h 6858000"/>
              <a:gd name="connsiteX130" fmla="*/ 1761186 w 4376835"/>
              <a:gd name="connsiteY130" fmla="*/ 145367 h 6858000"/>
              <a:gd name="connsiteX131" fmla="*/ 1777775 w 4376835"/>
              <a:gd name="connsiteY131" fmla="*/ 148014 h 6858000"/>
              <a:gd name="connsiteX132" fmla="*/ 1792914 w 4376835"/>
              <a:gd name="connsiteY132" fmla="*/ 104094 h 6858000"/>
              <a:gd name="connsiteX133" fmla="*/ 1814516 w 4376835"/>
              <a:gd name="connsiteY133" fmla="*/ 36224 h 6858000"/>
              <a:gd name="connsiteX134" fmla="*/ 1821598 w 4376835"/>
              <a:gd name="connsiteY134" fmla="*/ 28008 h 6858000"/>
              <a:gd name="connsiteX135" fmla="*/ 1813947 w 4376835"/>
              <a:gd name="connsiteY135" fmla="*/ 11863 h 6858000"/>
              <a:gd name="connsiteX136" fmla="*/ 1814929 w 4376835"/>
              <a:gd name="connsiteY13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4376835" h="6858000">
                <a:moveTo>
                  <a:pt x="1814929" y="0"/>
                </a:moveTo>
                <a:lnTo>
                  <a:pt x="4376835" y="0"/>
                </a:lnTo>
                <a:lnTo>
                  <a:pt x="4376835" y="6858000"/>
                </a:lnTo>
                <a:lnTo>
                  <a:pt x="0" y="6858000"/>
                </a:lnTo>
                <a:lnTo>
                  <a:pt x="2310" y="6853652"/>
                </a:lnTo>
                <a:cubicBezTo>
                  <a:pt x="29810" y="6805010"/>
                  <a:pt x="56276" y="6770828"/>
                  <a:pt x="91006" y="6620968"/>
                </a:cubicBezTo>
                <a:cubicBezTo>
                  <a:pt x="94381" y="6612671"/>
                  <a:pt x="81335" y="6443221"/>
                  <a:pt x="81892" y="6435659"/>
                </a:cubicBezTo>
                <a:lnTo>
                  <a:pt x="80998" y="6414855"/>
                </a:lnTo>
                <a:lnTo>
                  <a:pt x="75836" y="6409671"/>
                </a:lnTo>
                <a:lnTo>
                  <a:pt x="77989" y="6396556"/>
                </a:lnTo>
                <a:lnTo>
                  <a:pt x="77374" y="6392981"/>
                </a:lnTo>
                <a:cubicBezTo>
                  <a:pt x="76172" y="6386157"/>
                  <a:pt x="75177" y="6379394"/>
                  <a:pt x="75036" y="6372572"/>
                </a:cubicBezTo>
                <a:cubicBezTo>
                  <a:pt x="102194" y="6377497"/>
                  <a:pt x="78306" y="6315359"/>
                  <a:pt x="99554" y="6331118"/>
                </a:cubicBezTo>
                <a:cubicBezTo>
                  <a:pt x="103496" y="6294492"/>
                  <a:pt x="122687" y="6319101"/>
                  <a:pt x="105442" y="6278374"/>
                </a:cubicBezTo>
                <a:cubicBezTo>
                  <a:pt x="113996" y="6231380"/>
                  <a:pt x="151354" y="6216149"/>
                  <a:pt x="172914" y="6144628"/>
                </a:cubicBezTo>
                <a:cubicBezTo>
                  <a:pt x="184454" y="6105934"/>
                  <a:pt x="219188" y="6021085"/>
                  <a:pt x="264181" y="5952072"/>
                </a:cubicBezTo>
                <a:cubicBezTo>
                  <a:pt x="320644" y="5872108"/>
                  <a:pt x="367070" y="5761141"/>
                  <a:pt x="423554" y="5679532"/>
                </a:cubicBezTo>
                <a:cubicBezTo>
                  <a:pt x="444226" y="5585128"/>
                  <a:pt x="413383" y="5567997"/>
                  <a:pt x="434055" y="5473593"/>
                </a:cubicBezTo>
                <a:cubicBezTo>
                  <a:pt x="395274" y="5386145"/>
                  <a:pt x="472046" y="5302014"/>
                  <a:pt x="403759" y="5215514"/>
                </a:cubicBezTo>
                <a:lnTo>
                  <a:pt x="367284" y="5066430"/>
                </a:lnTo>
                <a:lnTo>
                  <a:pt x="317365" y="5016642"/>
                </a:lnTo>
                <a:cubicBezTo>
                  <a:pt x="318092" y="5012746"/>
                  <a:pt x="318190" y="5010215"/>
                  <a:pt x="317834" y="5008528"/>
                </a:cubicBezTo>
                <a:lnTo>
                  <a:pt x="317591" y="5008366"/>
                </a:lnTo>
                <a:lnTo>
                  <a:pt x="318532" y="5000689"/>
                </a:lnTo>
                <a:cubicBezTo>
                  <a:pt x="320705" y="4987649"/>
                  <a:pt x="323377" y="4974877"/>
                  <a:pt x="326373" y="4962649"/>
                </a:cubicBezTo>
                <a:lnTo>
                  <a:pt x="304517" y="4845612"/>
                </a:lnTo>
                <a:lnTo>
                  <a:pt x="312138" y="4821435"/>
                </a:lnTo>
                <a:lnTo>
                  <a:pt x="314669" y="4809154"/>
                </a:lnTo>
                <a:lnTo>
                  <a:pt x="318283" y="4805250"/>
                </a:lnTo>
                <a:cubicBezTo>
                  <a:pt x="320578" y="4801275"/>
                  <a:pt x="321790" y="4795888"/>
                  <a:pt x="320547" y="4787345"/>
                </a:cubicBezTo>
                <a:lnTo>
                  <a:pt x="319715" y="4785453"/>
                </a:lnTo>
                <a:lnTo>
                  <a:pt x="325649" y="4770073"/>
                </a:lnTo>
                <a:cubicBezTo>
                  <a:pt x="328268" y="4765017"/>
                  <a:pt x="331488" y="4760402"/>
                  <a:pt x="335542" y="4756450"/>
                </a:cubicBezTo>
                <a:cubicBezTo>
                  <a:pt x="318003" y="4709762"/>
                  <a:pt x="339666" y="4659972"/>
                  <a:pt x="339391" y="4606479"/>
                </a:cubicBezTo>
                <a:cubicBezTo>
                  <a:pt x="308820" y="4587919"/>
                  <a:pt x="353653" y="4488685"/>
                  <a:pt x="385485" y="4470620"/>
                </a:cubicBezTo>
                <a:cubicBezTo>
                  <a:pt x="349272" y="4475654"/>
                  <a:pt x="434439" y="4343750"/>
                  <a:pt x="386474" y="4389388"/>
                </a:cubicBezTo>
                <a:cubicBezTo>
                  <a:pt x="390773" y="4370356"/>
                  <a:pt x="377813" y="4353317"/>
                  <a:pt x="365661" y="4365498"/>
                </a:cubicBezTo>
                <a:cubicBezTo>
                  <a:pt x="393730" y="4305427"/>
                  <a:pt x="374276" y="4225895"/>
                  <a:pt x="389339" y="4160513"/>
                </a:cubicBezTo>
                <a:cubicBezTo>
                  <a:pt x="364366" y="4129844"/>
                  <a:pt x="388282" y="4144911"/>
                  <a:pt x="385403" y="4109650"/>
                </a:cubicBezTo>
                <a:cubicBezTo>
                  <a:pt x="409735" y="4115762"/>
                  <a:pt x="374071" y="4068016"/>
                  <a:pt x="402327" y="4061824"/>
                </a:cubicBezTo>
                <a:cubicBezTo>
                  <a:pt x="400908" y="4055602"/>
                  <a:pt x="398642" y="4049772"/>
                  <a:pt x="396156" y="4043965"/>
                </a:cubicBezTo>
                <a:lnTo>
                  <a:pt x="394868" y="4040920"/>
                </a:lnTo>
                <a:cubicBezTo>
                  <a:pt x="394773" y="4036613"/>
                  <a:pt x="394679" y="4032307"/>
                  <a:pt x="394584" y="4028000"/>
                </a:cubicBezTo>
                <a:lnTo>
                  <a:pt x="388418" y="4025270"/>
                </a:lnTo>
                <a:lnTo>
                  <a:pt x="383628" y="4006478"/>
                </a:lnTo>
                <a:cubicBezTo>
                  <a:pt x="382774" y="3999299"/>
                  <a:pt x="382957" y="3991408"/>
                  <a:pt x="384802" y="3982442"/>
                </a:cubicBezTo>
                <a:cubicBezTo>
                  <a:pt x="401416" y="3951445"/>
                  <a:pt x="375209" y="3905701"/>
                  <a:pt x="397167" y="3867331"/>
                </a:cubicBezTo>
                <a:cubicBezTo>
                  <a:pt x="403057" y="3853072"/>
                  <a:pt x="407915" y="3808030"/>
                  <a:pt x="400691" y="3798966"/>
                </a:cubicBezTo>
                <a:cubicBezTo>
                  <a:pt x="400026" y="3789462"/>
                  <a:pt x="404255" y="3778712"/>
                  <a:pt x="395946" y="3773791"/>
                </a:cubicBezTo>
                <a:cubicBezTo>
                  <a:pt x="386179" y="3765922"/>
                  <a:pt x="406502" y="3734262"/>
                  <a:pt x="393410" y="3738098"/>
                </a:cubicBezTo>
                <a:cubicBezTo>
                  <a:pt x="407431" y="3715587"/>
                  <a:pt x="387387" y="3695630"/>
                  <a:pt x="384223" y="3675719"/>
                </a:cubicBezTo>
                <a:cubicBezTo>
                  <a:pt x="390897" y="3666933"/>
                  <a:pt x="389284" y="3656428"/>
                  <a:pt x="386290" y="3642763"/>
                </a:cubicBezTo>
                <a:lnTo>
                  <a:pt x="382514" y="3624093"/>
                </a:lnTo>
                <a:lnTo>
                  <a:pt x="383976" y="3616602"/>
                </a:lnTo>
                <a:cubicBezTo>
                  <a:pt x="384920" y="3607445"/>
                  <a:pt x="385162" y="3599012"/>
                  <a:pt x="385517" y="3591527"/>
                </a:cubicBezTo>
                <a:lnTo>
                  <a:pt x="387146" y="3577241"/>
                </a:lnTo>
                <a:lnTo>
                  <a:pt x="388068" y="3571585"/>
                </a:lnTo>
                <a:lnTo>
                  <a:pt x="395496" y="3559720"/>
                </a:lnTo>
                <a:cubicBezTo>
                  <a:pt x="395326" y="3554162"/>
                  <a:pt x="395155" y="3548605"/>
                  <a:pt x="394985" y="3543047"/>
                </a:cubicBezTo>
                <a:lnTo>
                  <a:pt x="403028" y="3525651"/>
                </a:lnTo>
                <a:cubicBezTo>
                  <a:pt x="401413" y="3524354"/>
                  <a:pt x="399963" y="3522692"/>
                  <a:pt x="398728" y="3520715"/>
                </a:cubicBezTo>
                <a:lnTo>
                  <a:pt x="395530" y="3505412"/>
                </a:lnTo>
                <a:lnTo>
                  <a:pt x="402719" y="3493445"/>
                </a:lnTo>
                <a:cubicBezTo>
                  <a:pt x="393264" y="3491751"/>
                  <a:pt x="405480" y="3478925"/>
                  <a:pt x="409328" y="3467406"/>
                </a:cubicBezTo>
                <a:cubicBezTo>
                  <a:pt x="409316" y="3464948"/>
                  <a:pt x="409304" y="3462491"/>
                  <a:pt x="409292" y="3460033"/>
                </a:cubicBezTo>
                <a:lnTo>
                  <a:pt x="419755" y="3435495"/>
                </a:lnTo>
                <a:cubicBezTo>
                  <a:pt x="424399" y="3421940"/>
                  <a:pt x="427905" y="3408759"/>
                  <a:pt x="430771" y="3395884"/>
                </a:cubicBezTo>
                <a:lnTo>
                  <a:pt x="439140" y="3350083"/>
                </a:lnTo>
                <a:lnTo>
                  <a:pt x="446544" y="3337690"/>
                </a:lnTo>
                <a:cubicBezTo>
                  <a:pt x="456457" y="3308602"/>
                  <a:pt x="453892" y="3271850"/>
                  <a:pt x="470731" y="3254519"/>
                </a:cubicBezTo>
                <a:cubicBezTo>
                  <a:pt x="474589" y="3246460"/>
                  <a:pt x="476699" y="3238700"/>
                  <a:pt x="477713" y="3231166"/>
                </a:cubicBezTo>
                <a:cubicBezTo>
                  <a:pt x="477838" y="3224198"/>
                  <a:pt x="477962" y="3217230"/>
                  <a:pt x="478087" y="3210262"/>
                </a:cubicBezTo>
                <a:lnTo>
                  <a:pt x="473269" y="3204689"/>
                </a:lnTo>
                <a:lnTo>
                  <a:pt x="476207" y="3191713"/>
                </a:lnTo>
                <a:cubicBezTo>
                  <a:pt x="476076" y="3190504"/>
                  <a:pt x="475944" y="3189294"/>
                  <a:pt x="475813" y="3188085"/>
                </a:cubicBezTo>
                <a:cubicBezTo>
                  <a:pt x="475032" y="3181161"/>
                  <a:pt x="474456" y="3174312"/>
                  <a:pt x="474728" y="3167471"/>
                </a:cubicBezTo>
                <a:cubicBezTo>
                  <a:pt x="501422" y="3174421"/>
                  <a:pt x="481450" y="3110410"/>
                  <a:pt x="501612" y="3127774"/>
                </a:cubicBezTo>
                <a:cubicBezTo>
                  <a:pt x="507757" y="3091380"/>
                  <a:pt x="525334" y="3117454"/>
                  <a:pt x="510667" y="3075380"/>
                </a:cubicBezTo>
                <a:cubicBezTo>
                  <a:pt x="540230" y="3017365"/>
                  <a:pt x="542544" y="2929274"/>
                  <a:pt x="582379" y="2882573"/>
                </a:cubicBezTo>
                <a:cubicBezTo>
                  <a:pt x="568549" y="2889043"/>
                  <a:pt x="561213" y="2866095"/>
                  <a:pt x="569744" y="2849169"/>
                </a:cubicBezTo>
                <a:cubicBezTo>
                  <a:pt x="515752" y="2872293"/>
                  <a:pt x="624181" y="2780662"/>
                  <a:pt x="590685" y="2768869"/>
                </a:cubicBezTo>
                <a:cubicBezTo>
                  <a:pt x="623497" y="2765674"/>
                  <a:pt x="687935" y="2687815"/>
                  <a:pt x="665292" y="2655182"/>
                </a:cubicBezTo>
                <a:cubicBezTo>
                  <a:pt x="678257" y="2601873"/>
                  <a:pt x="709847" y="2562423"/>
                  <a:pt x="705757" y="2507872"/>
                </a:cubicBezTo>
                <a:cubicBezTo>
                  <a:pt x="710343" y="2505822"/>
                  <a:pt x="714351" y="2502730"/>
                  <a:pt x="717932" y="2498916"/>
                </a:cubicBezTo>
                <a:lnTo>
                  <a:pt x="727017" y="2486382"/>
                </a:lnTo>
                <a:lnTo>
                  <a:pt x="726741" y="2484113"/>
                </a:lnTo>
                <a:cubicBezTo>
                  <a:pt x="727745" y="2475043"/>
                  <a:pt x="730155" y="2470249"/>
                  <a:pt x="733179" y="2467361"/>
                </a:cubicBezTo>
                <a:lnTo>
                  <a:pt x="737364" y="2465156"/>
                </a:lnTo>
                <a:lnTo>
                  <a:pt x="742650" y="2454122"/>
                </a:lnTo>
                <a:lnTo>
                  <a:pt x="755408" y="2433619"/>
                </a:lnTo>
                <a:cubicBezTo>
                  <a:pt x="755471" y="2431955"/>
                  <a:pt x="755535" y="2430290"/>
                  <a:pt x="755598" y="2428626"/>
                </a:cubicBezTo>
                <a:lnTo>
                  <a:pt x="771418" y="2395899"/>
                </a:lnTo>
                <a:lnTo>
                  <a:pt x="770593" y="2394897"/>
                </a:lnTo>
                <a:cubicBezTo>
                  <a:pt x="769106" y="2391905"/>
                  <a:pt x="768688" y="2388289"/>
                  <a:pt x="770497" y="2383267"/>
                </a:cubicBezTo>
                <a:cubicBezTo>
                  <a:pt x="752441" y="2382908"/>
                  <a:pt x="765761" y="2377071"/>
                  <a:pt x="772693" y="2362296"/>
                </a:cubicBezTo>
                <a:cubicBezTo>
                  <a:pt x="746194" y="2358441"/>
                  <a:pt x="775111" y="2321343"/>
                  <a:pt x="764846" y="2307129"/>
                </a:cubicBezTo>
                <a:cubicBezTo>
                  <a:pt x="770536" y="2296361"/>
                  <a:pt x="776068" y="2284903"/>
                  <a:pt x="781226" y="2272947"/>
                </a:cubicBezTo>
                <a:lnTo>
                  <a:pt x="783960" y="2265753"/>
                </a:lnTo>
                <a:lnTo>
                  <a:pt x="783783" y="2265478"/>
                </a:lnTo>
                <a:cubicBezTo>
                  <a:pt x="783882" y="2263635"/>
                  <a:pt x="784595" y="2261166"/>
                  <a:pt x="786206" y="2257630"/>
                </a:cubicBezTo>
                <a:lnTo>
                  <a:pt x="788946" y="2252635"/>
                </a:lnTo>
                <a:lnTo>
                  <a:pt x="794250" y="2238675"/>
                </a:lnTo>
                <a:cubicBezTo>
                  <a:pt x="794345" y="2236784"/>
                  <a:pt x="794441" y="2234894"/>
                  <a:pt x="794536" y="2233003"/>
                </a:cubicBezTo>
                <a:lnTo>
                  <a:pt x="792429" y="2229498"/>
                </a:lnTo>
                <a:lnTo>
                  <a:pt x="793227" y="2228401"/>
                </a:lnTo>
                <a:cubicBezTo>
                  <a:pt x="801728" y="2221696"/>
                  <a:pt x="809796" y="2223226"/>
                  <a:pt x="795299" y="2197903"/>
                </a:cubicBezTo>
                <a:cubicBezTo>
                  <a:pt x="811549" y="2180402"/>
                  <a:pt x="801510" y="2168206"/>
                  <a:pt x="808822" y="2134368"/>
                </a:cubicBezTo>
                <a:cubicBezTo>
                  <a:pt x="821032" y="2126284"/>
                  <a:pt x="822222" y="2114075"/>
                  <a:pt x="820138" y="2099989"/>
                </a:cubicBezTo>
                <a:cubicBezTo>
                  <a:pt x="834727" y="2072002"/>
                  <a:pt x="836697" y="2038973"/>
                  <a:pt x="847225" y="2003626"/>
                </a:cubicBezTo>
                <a:cubicBezTo>
                  <a:pt x="870411" y="1973216"/>
                  <a:pt x="860120" y="1942957"/>
                  <a:pt x="871446" y="1905232"/>
                </a:cubicBezTo>
                <a:cubicBezTo>
                  <a:pt x="899662" y="1884744"/>
                  <a:pt x="866560" y="1869681"/>
                  <a:pt x="866894" y="1846725"/>
                </a:cubicBezTo>
                <a:lnTo>
                  <a:pt x="868241" y="1841071"/>
                </a:lnTo>
                <a:lnTo>
                  <a:pt x="875742" y="1828958"/>
                </a:lnTo>
                <a:lnTo>
                  <a:pt x="879192" y="1824953"/>
                </a:lnTo>
                <a:lnTo>
                  <a:pt x="882790" y="1817574"/>
                </a:lnTo>
                <a:lnTo>
                  <a:pt x="886658" y="1811329"/>
                </a:lnTo>
                <a:cubicBezTo>
                  <a:pt x="893642" y="1801193"/>
                  <a:pt x="900872" y="1791712"/>
                  <a:pt x="908112" y="1782991"/>
                </a:cubicBezTo>
                <a:cubicBezTo>
                  <a:pt x="901486" y="1764538"/>
                  <a:pt x="1045081" y="1767511"/>
                  <a:pt x="1021695" y="1753240"/>
                </a:cubicBezTo>
                <a:cubicBezTo>
                  <a:pt x="1050351" y="1710564"/>
                  <a:pt x="1079859" y="1626787"/>
                  <a:pt x="1109428" y="1570998"/>
                </a:cubicBezTo>
                <a:cubicBezTo>
                  <a:pt x="1095060" y="1528987"/>
                  <a:pt x="1220038" y="1416281"/>
                  <a:pt x="1250520" y="1425857"/>
                </a:cubicBezTo>
                <a:cubicBezTo>
                  <a:pt x="1270355" y="1392742"/>
                  <a:pt x="1375441" y="1360253"/>
                  <a:pt x="1397360" y="1313547"/>
                </a:cubicBezTo>
                <a:lnTo>
                  <a:pt x="1496269" y="1094720"/>
                </a:lnTo>
                <a:cubicBezTo>
                  <a:pt x="1516164" y="1015803"/>
                  <a:pt x="1525308" y="965866"/>
                  <a:pt x="1516735" y="913489"/>
                </a:cubicBezTo>
                <a:cubicBezTo>
                  <a:pt x="1526909" y="905284"/>
                  <a:pt x="1519732" y="816693"/>
                  <a:pt x="1518279" y="802489"/>
                </a:cubicBezTo>
                <a:cubicBezTo>
                  <a:pt x="1525486" y="739008"/>
                  <a:pt x="1570345" y="641350"/>
                  <a:pt x="1589359" y="598702"/>
                </a:cubicBezTo>
                <a:cubicBezTo>
                  <a:pt x="1627631" y="531968"/>
                  <a:pt x="1653787" y="428652"/>
                  <a:pt x="1674468" y="380053"/>
                </a:cubicBezTo>
                <a:cubicBezTo>
                  <a:pt x="1702374" y="337186"/>
                  <a:pt x="1663464" y="346077"/>
                  <a:pt x="1713442" y="307108"/>
                </a:cubicBezTo>
                <a:cubicBezTo>
                  <a:pt x="1709247" y="293750"/>
                  <a:pt x="1712921" y="286239"/>
                  <a:pt x="1723372" y="277643"/>
                </a:cubicBezTo>
                <a:cubicBezTo>
                  <a:pt x="1736363" y="256271"/>
                  <a:pt x="1716219" y="239710"/>
                  <a:pt x="1740253" y="228503"/>
                </a:cubicBezTo>
                <a:cubicBezTo>
                  <a:pt x="1727703" y="222673"/>
                  <a:pt x="1759694" y="183008"/>
                  <a:pt x="1743263" y="182970"/>
                </a:cubicBezTo>
                <a:cubicBezTo>
                  <a:pt x="1741915" y="159720"/>
                  <a:pt x="1761363" y="167348"/>
                  <a:pt x="1761186" y="145367"/>
                </a:cubicBezTo>
                <a:cubicBezTo>
                  <a:pt x="1768291" y="127518"/>
                  <a:pt x="1767039" y="165048"/>
                  <a:pt x="1777775" y="148014"/>
                </a:cubicBezTo>
                <a:cubicBezTo>
                  <a:pt x="1788927" y="125594"/>
                  <a:pt x="1807822" y="143605"/>
                  <a:pt x="1792914" y="104094"/>
                </a:cubicBezTo>
                <a:cubicBezTo>
                  <a:pt x="1811329" y="87027"/>
                  <a:pt x="1802901" y="72355"/>
                  <a:pt x="1814516" y="36224"/>
                </a:cubicBezTo>
                <a:lnTo>
                  <a:pt x="1821598" y="28008"/>
                </a:lnTo>
                <a:lnTo>
                  <a:pt x="1813947" y="11863"/>
                </a:lnTo>
                <a:cubicBezTo>
                  <a:pt x="1814274" y="7909"/>
                  <a:pt x="1814602" y="3954"/>
                  <a:pt x="1814929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E1ADA1B-8E03-4FC1-9FF5-9A0071A5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84191" y="659630"/>
            <a:ext cx="3239494" cy="553459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diagram of a parasitive drag&#10;&#10;Description automatically generated">
            <a:extLst>
              <a:ext uri="{FF2B5EF4-FFF2-40B4-BE49-F238E27FC236}">
                <a16:creationId xmlns:a16="http://schemas.microsoft.com/office/drawing/2014/main" id="{13B4BF8E-E4B5-2D2A-A549-9FFDD8AD8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580" y="1262186"/>
            <a:ext cx="2792519" cy="1662522"/>
          </a:xfrm>
          <a:prstGeom prst="rect">
            <a:avLst/>
          </a:prstGeom>
        </p:spPr>
      </p:pic>
      <p:pic>
        <p:nvPicPr>
          <p:cNvPr id="9" name="Picture 8" descr="A diagram of a sphere with arrows and a sphere with text&#10;&#10;Description automatically generated with medium confidence">
            <a:extLst>
              <a:ext uri="{FF2B5EF4-FFF2-40B4-BE49-F238E27FC236}">
                <a16:creationId xmlns:a16="http://schemas.microsoft.com/office/drawing/2014/main" id="{F9CF4944-E79A-5037-8FF5-8056BE0D8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532" y="3502811"/>
            <a:ext cx="2488614" cy="2452373"/>
          </a:xfrm>
          <a:prstGeom prst="rect">
            <a:avLst/>
          </a:prstGeom>
        </p:spPr>
      </p:pic>
      <p:sp>
        <p:nvSpPr>
          <p:cNvPr id="75" name="Rectangle 6">
            <a:extLst>
              <a:ext uri="{FF2B5EF4-FFF2-40B4-BE49-F238E27FC236}">
                <a16:creationId xmlns:a16="http://schemas.microsoft.com/office/drawing/2014/main" id="{C99D11B4-B61D-4ECC-AA3A-DE3A9B692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9196" y="6091709"/>
            <a:ext cx="1153127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126C1D1-AA05-25C0-5C30-2CA0B4D6BB7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558601"/>
      </p:ext>
    </p:extLst>
  </p:cSld>
  <p:clrMapOvr>
    <a:masterClrMapping/>
  </p:clrMapOvr>
  <p:transition spd="slow" advTm="55883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AB43E7DC-5101-4E7C-ADB5-596311F53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Freeform: Shape 2059">
            <a:extLst>
              <a:ext uri="{FF2B5EF4-FFF2-40B4-BE49-F238E27FC236}">
                <a16:creationId xmlns:a16="http://schemas.microsoft.com/office/drawing/2014/main" id="{1B8BCA7A-6464-4C53-A572-89B2B3C2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0976177 w 12192000"/>
              <a:gd name="connsiteY3" fmla="*/ 6858000 h 6858000"/>
              <a:gd name="connsiteX4" fmla="*/ 10997120 w 12192000"/>
              <a:gd name="connsiteY4" fmla="*/ 6851980 h 6858000"/>
              <a:gd name="connsiteX5" fmla="*/ 12094512 w 12192000"/>
              <a:gd name="connsiteY5" fmla="*/ 6315404 h 6858000"/>
              <a:gd name="connsiteX6" fmla="*/ 12191999 w 12192000"/>
              <a:gd name="connsiteY6" fmla="*/ 6239611 h 6858000"/>
              <a:gd name="connsiteX7" fmla="*/ 12191999 w 12192000"/>
              <a:gd name="connsiteY7" fmla="*/ 1104399 h 6858000"/>
              <a:gd name="connsiteX8" fmla="*/ 11979198 w 12192000"/>
              <a:gd name="connsiteY8" fmla="*/ 1051011 h 6858000"/>
              <a:gd name="connsiteX9" fmla="*/ 11742378 w 12192000"/>
              <a:gd name="connsiteY9" fmla="*/ 986227 h 6858000"/>
              <a:gd name="connsiteX10" fmla="*/ 12063968 w 12192000"/>
              <a:gd name="connsiteY10" fmla="*/ 729780 h 6858000"/>
              <a:gd name="connsiteX11" fmla="*/ 11572835 w 12192000"/>
              <a:gd name="connsiteY11" fmla="*/ 670151 h 6858000"/>
              <a:gd name="connsiteX12" fmla="*/ 11524844 w 12192000"/>
              <a:gd name="connsiteY12" fmla="*/ 671946 h 6858000"/>
              <a:gd name="connsiteX13" fmla="*/ 10560518 w 12192000"/>
              <a:gd name="connsiteY13" fmla="*/ 632492 h 6858000"/>
              <a:gd name="connsiteX14" fmla="*/ 9178169 w 12192000"/>
              <a:gd name="connsiteY14" fmla="*/ 501577 h 6858000"/>
              <a:gd name="connsiteX15" fmla="*/ 8033984 w 12192000"/>
              <a:gd name="connsiteY15" fmla="*/ 423121 h 6858000"/>
              <a:gd name="connsiteX16" fmla="*/ 6815795 w 12192000"/>
              <a:gd name="connsiteY16" fmla="*/ 270688 h 6858000"/>
              <a:gd name="connsiteX17" fmla="*/ 6757489 w 12192000"/>
              <a:gd name="connsiteY17" fmla="*/ 260880 h 6858000"/>
              <a:gd name="connsiteX18" fmla="*/ 6703217 w 12192000"/>
              <a:gd name="connsiteY18" fmla="*/ 290416 h 6858000"/>
              <a:gd name="connsiteX19" fmla="*/ 7005521 w 12192000"/>
              <a:gd name="connsiteY19" fmla="*/ 401154 h 6858000"/>
              <a:gd name="connsiteX20" fmla="*/ 6532779 w 12192000"/>
              <a:gd name="connsiteY20" fmla="*/ 342871 h 6858000"/>
              <a:gd name="connsiteX21" fmla="*/ 6524704 w 12192000"/>
              <a:gd name="connsiteY21" fmla="*/ 380529 h 6858000"/>
              <a:gd name="connsiteX22" fmla="*/ 7061587 w 12192000"/>
              <a:gd name="connsiteY22" fmla="*/ 523098 h 6858000"/>
              <a:gd name="connsiteX23" fmla="*/ 7013594 w 12192000"/>
              <a:gd name="connsiteY23" fmla="*/ 545070 h 6858000"/>
              <a:gd name="connsiteX24" fmla="*/ 6728335 w 12192000"/>
              <a:gd name="connsiteY24" fmla="*/ 489924 h 6858000"/>
              <a:gd name="connsiteX25" fmla="*/ 6670923 w 12192000"/>
              <a:gd name="connsiteY25" fmla="*/ 504270 h 6858000"/>
              <a:gd name="connsiteX26" fmla="*/ 6699180 w 12192000"/>
              <a:gd name="connsiteY26" fmla="*/ 571069 h 6858000"/>
              <a:gd name="connsiteX27" fmla="*/ 6822972 w 12192000"/>
              <a:gd name="connsiteY27" fmla="*/ 597073 h 6858000"/>
              <a:gd name="connsiteX28" fmla="*/ 7015839 w 12192000"/>
              <a:gd name="connsiteY28" fmla="*/ 753992 h 6858000"/>
              <a:gd name="connsiteX29" fmla="*/ 6723848 w 12192000"/>
              <a:gd name="connsiteY29" fmla="*/ 735160 h 6858000"/>
              <a:gd name="connsiteX30" fmla="*/ 6672268 w 12192000"/>
              <a:gd name="connsiteY30" fmla="*/ 773268 h 6858000"/>
              <a:gd name="connsiteX31" fmla="*/ 6652532 w 12192000"/>
              <a:gd name="connsiteY31" fmla="*/ 822585 h 6858000"/>
              <a:gd name="connsiteX32" fmla="*/ 6539505 w 12192000"/>
              <a:gd name="connsiteY32" fmla="*/ 863382 h 6858000"/>
              <a:gd name="connsiteX33" fmla="*/ 6717122 w 12192000"/>
              <a:gd name="connsiteY33" fmla="*/ 909114 h 6858000"/>
              <a:gd name="connsiteX34" fmla="*/ 6527397 w 12192000"/>
              <a:gd name="connsiteY34" fmla="*/ 909114 h 6858000"/>
              <a:gd name="connsiteX35" fmla="*/ 6309411 w 12192000"/>
              <a:gd name="connsiteY35" fmla="*/ 877731 h 6858000"/>
              <a:gd name="connsiteX36" fmla="*/ 6077077 w 12192000"/>
              <a:gd name="connsiteY36" fmla="*/ 887593 h 6858000"/>
              <a:gd name="connsiteX37" fmla="*/ 6076642 w 12192000"/>
              <a:gd name="connsiteY37" fmla="*/ 887537 h 6858000"/>
              <a:gd name="connsiteX38" fmla="*/ 6032390 w 12192000"/>
              <a:gd name="connsiteY38" fmla="*/ 898600 h 6858000"/>
              <a:gd name="connsiteX39" fmla="*/ 6008536 w 12192000"/>
              <a:gd name="connsiteY39" fmla="*/ 914503 h 6858000"/>
              <a:gd name="connsiteX40" fmla="*/ 5944926 w 12192000"/>
              <a:gd name="connsiteY40" fmla="*/ 922454 h 6858000"/>
              <a:gd name="connsiteX41" fmla="*/ 5929023 w 12192000"/>
              <a:gd name="connsiteY41" fmla="*/ 954259 h 6858000"/>
              <a:gd name="connsiteX42" fmla="*/ 5938641 w 12192000"/>
              <a:gd name="connsiteY42" fmla="*/ 983356 h 6858000"/>
              <a:gd name="connsiteX43" fmla="*/ 5941380 w 12192000"/>
              <a:gd name="connsiteY43" fmla="*/ 994243 h 6858000"/>
              <a:gd name="connsiteX44" fmla="*/ 6022639 w 12192000"/>
              <a:gd name="connsiteY44" fmla="*/ 1012399 h 6858000"/>
              <a:gd name="connsiteX45" fmla="*/ 6620687 w 12192000"/>
              <a:gd name="connsiteY45" fmla="*/ 1222947 h 6858000"/>
              <a:gd name="connsiteX46" fmla="*/ 6557895 w 12192000"/>
              <a:gd name="connsiteY46" fmla="*/ 1308577 h 6858000"/>
              <a:gd name="connsiteX47" fmla="*/ 6815348 w 12192000"/>
              <a:gd name="connsiteY47" fmla="*/ 1401831 h 6858000"/>
              <a:gd name="connsiteX48" fmla="*/ 6878591 w 12192000"/>
              <a:gd name="connsiteY48" fmla="*/ 1494187 h 6858000"/>
              <a:gd name="connsiteX49" fmla="*/ 6799202 w 12192000"/>
              <a:gd name="connsiteY49" fmla="*/ 1486118 h 6858000"/>
              <a:gd name="connsiteX50" fmla="*/ 6731027 w 12192000"/>
              <a:gd name="connsiteY50" fmla="*/ 1503602 h 6858000"/>
              <a:gd name="connsiteX51" fmla="*/ 6759282 w 12192000"/>
              <a:gd name="connsiteY51" fmla="*/ 1621067 h 6858000"/>
              <a:gd name="connsiteX52" fmla="*/ 7123035 w 12192000"/>
              <a:gd name="connsiteY52" fmla="*/ 1772603 h 6858000"/>
              <a:gd name="connsiteX53" fmla="*/ 7155777 w 12192000"/>
              <a:gd name="connsiteY53" fmla="*/ 1821919 h 6858000"/>
              <a:gd name="connsiteX54" fmla="*/ 7112270 w 12192000"/>
              <a:gd name="connsiteY54" fmla="*/ 1856890 h 6858000"/>
              <a:gd name="connsiteX55" fmla="*/ 6994755 w 12192000"/>
              <a:gd name="connsiteY55" fmla="*/ 1874821 h 6858000"/>
              <a:gd name="connsiteX56" fmla="*/ 7159364 w 12192000"/>
              <a:gd name="connsiteY56" fmla="*/ 2042948 h 6858000"/>
              <a:gd name="connsiteX57" fmla="*/ 7219467 w 12192000"/>
              <a:gd name="connsiteY57" fmla="*/ 2089573 h 6858000"/>
              <a:gd name="connsiteX58" fmla="*/ 7322179 w 12192000"/>
              <a:gd name="connsiteY58" fmla="*/ 2161756 h 6858000"/>
              <a:gd name="connsiteX59" fmla="*/ 7323974 w 12192000"/>
              <a:gd name="connsiteY59" fmla="*/ 2183724 h 6858000"/>
              <a:gd name="connsiteX60" fmla="*/ 7184034 w 12192000"/>
              <a:gd name="connsiteY60" fmla="*/ 2261285 h 6858000"/>
              <a:gd name="connsiteX61" fmla="*/ 6931516 w 12192000"/>
              <a:gd name="connsiteY61" fmla="*/ 2240212 h 6858000"/>
              <a:gd name="connsiteX62" fmla="*/ 7304686 w 12192000"/>
              <a:gd name="connsiteY62" fmla="*/ 2355883 h 6858000"/>
              <a:gd name="connsiteX63" fmla="*/ 6096813 w 12192000"/>
              <a:gd name="connsiteY63" fmla="*/ 2080160 h 6858000"/>
              <a:gd name="connsiteX64" fmla="*/ 6173959 w 12192000"/>
              <a:gd name="connsiteY64" fmla="*/ 2152340 h 6858000"/>
              <a:gd name="connsiteX65" fmla="*/ 6596469 w 12192000"/>
              <a:gd name="connsiteY65" fmla="*/ 2342432 h 6858000"/>
              <a:gd name="connsiteX66" fmla="*/ 6716224 w 12192000"/>
              <a:gd name="connsiteY66" fmla="*/ 2461690 h 6858000"/>
              <a:gd name="connsiteX67" fmla="*/ 6841810 w 12192000"/>
              <a:gd name="connsiteY67" fmla="*/ 2527594 h 6858000"/>
              <a:gd name="connsiteX68" fmla="*/ 7018080 w 12192000"/>
              <a:gd name="connsiteY68" fmla="*/ 2526249 h 6858000"/>
              <a:gd name="connsiteX69" fmla="*/ 7143217 w 12192000"/>
              <a:gd name="connsiteY69" fmla="*/ 2627573 h 6858000"/>
              <a:gd name="connsiteX70" fmla="*/ 7012697 w 12192000"/>
              <a:gd name="connsiteY70" fmla="*/ 2649094 h 6858000"/>
              <a:gd name="connsiteX71" fmla="*/ 6859752 w 12192000"/>
              <a:gd name="connsiteY71" fmla="*/ 2632505 h 6858000"/>
              <a:gd name="connsiteX72" fmla="*/ 6529636 w 12192000"/>
              <a:gd name="connsiteY72" fmla="*/ 2637883 h 6858000"/>
              <a:gd name="connsiteX73" fmla="*/ 6340360 w 12192000"/>
              <a:gd name="connsiteY73" fmla="*/ 2657610 h 6858000"/>
              <a:gd name="connsiteX74" fmla="*/ 5905294 w 12192000"/>
              <a:gd name="connsiteY74" fmla="*/ 2623984 h 6858000"/>
              <a:gd name="connsiteX75" fmla="*/ 5930860 w 12192000"/>
              <a:gd name="connsiteY75" fmla="*/ 2710066 h 6858000"/>
              <a:gd name="connsiteX76" fmla="*/ 5914710 w 12192000"/>
              <a:gd name="connsiteY76" fmla="*/ 2784935 h 6858000"/>
              <a:gd name="connsiteX77" fmla="*/ 5908433 w 12192000"/>
              <a:gd name="connsiteY77" fmla="*/ 2947683 h 6858000"/>
              <a:gd name="connsiteX78" fmla="*/ 5912470 w 12192000"/>
              <a:gd name="connsiteY78" fmla="*/ 2974134 h 6858000"/>
              <a:gd name="connsiteX79" fmla="*/ 5815141 w 12192000"/>
              <a:gd name="connsiteY79" fmla="*/ 2991171 h 6858000"/>
              <a:gd name="connsiteX80" fmla="*/ 6395082 w 12192000"/>
              <a:gd name="connsiteY80" fmla="*/ 3329661 h 6858000"/>
              <a:gd name="connsiteX81" fmla="*/ 6007557 w 12192000"/>
              <a:gd name="connsiteY81" fmla="*/ 3243581 h 6858000"/>
              <a:gd name="connsiteX82" fmla="*/ 5955079 w 12192000"/>
              <a:gd name="connsiteY82" fmla="*/ 3385704 h 6858000"/>
              <a:gd name="connsiteX83" fmla="*/ 6137180 w 12192000"/>
              <a:gd name="connsiteY83" fmla="*/ 3512133 h 6858000"/>
              <a:gd name="connsiteX84" fmla="*/ 6204457 w 12192000"/>
              <a:gd name="connsiteY84" fmla="*/ 3762302 h 6858000"/>
              <a:gd name="connsiteX85" fmla="*/ 6171716 w 12192000"/>
              <a:gd name="connsiteY85" fmla="*/ 3990952 h 6858000"/>
              <a:gd name="connsiteX86" fmla="*/ 6093674 w 12192000"/>
              <a:gd name="connsiteY86" fmla="*/ 4063580 h 6858000"/>
              <a:gd name="connsiteX87" fmla="*/ 5980645 w 12192000"/>
              <a:gd name="connsiteY87" fmla="*/ 4194045 h 6858000"/>
              <a:gd name="connsiteX88" fmla="*/ 5910676 w 12192000"/>
              <a:gd name="connsiteY88" fmla="*/ 4274743 h 6858000"/>
              <a:gd name="connsiteX89" fmla="*/ 5667577 w 12192000"/>
              <a:gd name="connsiteY89" fmla="*/ 4243362 h 6858000"/>
              <a:gd name="connsiteX90" fmla="*/ 5991859 w 12192000"/>
              <a:gd name="connsiteY90" fmla="*/ 4448252 h 6858000"/>
              <a:gd name="connsiteX91" fmla="*/ 5729024 w 12192000"/>
              <a:gd name="connsiteY91" fmla="*/ 4422695 h 6858000"/>
              <a:gd name="connsiteX92" fmla="*/ 5643357 w 12192000"/>
              <a:gd name="connsiteY92" fmla="*/ 4437041 h 6858000"/>
              <a:gd name="connsiteX93" fmla="*/ 5692243 w 12192000"/>
              <a:gd name="connsiteY93" fmla="*/ 4503395 h 6858000"/>
              <a:gd name="connsiteX94" fmla="*/ 5885111 w 12192000"/>
              <a:gd name="connsiteY94" fmla="*/ 4615926 h 6858000"/>
              <a:gd name="connsiteX95" fmla="*/ 6282503 w 12192000"/>
              <a:gd name="connsiteY95" fmla="*/ 4920793 h 6858000"/>
              <a:gd name="connsiteX96" fmla="*/ 5897668 w 12192000"/>
              <a:gd name="connsiteY96" fmla="*/ 4780915 h 6858000"/>
              <a:gd name="connsiteX97" fmla="*/ 6303132 w 12192000"/>
              <a:gd name="connsiteY97" fmla="*/ 5094297 h 6858000"/>
              <a:gd name="connsiteX98" fmla="*/ 6393287 w 12192000"/>
              <a:gd name="connsiteY98" fmla="*/ 5198310 h 6858000"/>
              <a:gd name="connsiteX99" fmla="*/ 6575386 w 12192000"/>
              <a:gd name="connsiteY99" fmla="*/ 5456548 h 6858000"/>
              <a:gd name="connsiteX100" fmla="*/ 6566415 w 12192000"/>
              <a:gd name="connsiteY100" fmla="*/ 5485690 h 6858000"/>
              <a:gd name="connsiteX101" fmla="*/ 6356059 w 12192000"/>
              <a:gd name="connsiteY101" fmla="*/ 5443995 h 6858000"/>
              <a:gd name="connsiteX102" fmla="*/ 6628762 w 12192000"/>
              <a:gd name="connsiteY102" fmla="*/ 5660990 h 6858000"/>
              <a:gd name="connsiteX103" fmla="*/ 6910436 w 12192000"/>
              <a:gd name="connsiteY103" fmla="*/ 5827767 h 6858000"/>
              <a:gd name="connsiteX104" fmla="*/ 6710393 w 12192000"/>
              <a:gd name="connsiteY104" fmla="*/ 5802214 h 6858000"/>
              <a:gd name="connsiteX105" fmla="*/ 6435448 w 12192000"/>
              <a:gd name="connsiteY105" fmla="*/ 5706719 h 6858000"/>
              <a:gd name="connsiteX106" fmla="*/ 6339913 w 12192000"/>
              <a:gd name="connsiteY106" fmla="*/ 5742586 h 6858000"/>
              <a:gd name="connsiteX107" fmla="*/ 6600503 w 12192000"/>
              <a:gd name="connsiteY107" fmla="*/ 5900398 h 6858000"/>
              <a:gd name="connsiteX108" fmla="*/ 6749863 w 12192000"/>
              <a:gd name="connsiteY108" fmla="*/ 5973478 h 6858000"/>
              <a:gd name="connsiteX109" fmla="*/ 6809515 w 12192000"/>
              <a:gd name="connsiteY109" fmla="*/ 6029519 h 6858000"/>
              <a:gd name="connsiteX110" fmla="*/ 6979954 w 12192000"/>
              <a:gd name="connsiteY110" fmla="*/ 6229474 h 6858000"/>
              <a:gd name="connsiteX111" fmla="*/ 7480509 w 12192000"/>
              <a:gd name="connsiteY111" fmla="*/ 6447812 h 6858000"/>
              <a:gd name="connsiteX112" fmla="*/ 7948764 w 12192000"/>
              <a:gd name="connsiteY112" fmla="*/ 6719056 h 6858000"/>
              <a:gd name="connsiteX113" fmla="*/ 8221244 w 12192000"/>
              <a:gd name="connsiteY113" fmla="*/ 6848868 h 6858000"/>
              <a:gd name="connsiteX114" fmla="*/ 8242921 w 12192000"/>
              <a:gd name="connsiteY114" fmla="*/ 6858000 h 6858000"/>
              <a:gd name="connsiteX115" fmla="*/ 0 w 12192000"/>
              <a:gd name="connsiteY1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0976177" y="6858000"/>
                </a:lnTo>
                <a:lnTo>
                  <a:pt x="10997120" y="6851980"/>
                </a:lnTo>
                <a:cubicBezTo>
                  <a:pt x="11372760" y="6734361"/>
                  <a:pt x="11757137" y="6563389"/>
                  <a:pt x="12094512" y="6315404"/>
                </a:cubicBezTo>
                <a:lnTo>
                  <a:pt x="12191999" y="6239611"/>
                </a:lnTo>
                <a:lnTo>
                  <a:pt x="12191999" y="1104399"/>
                </a:lnTo>
                <a:lnTo>
                  <a:pt x="11979198" y="1051011"/>
                </a:lnTo>
                <a:cubicBezTo>
                  <a:pt x="11902836" y="1030275"/>
                  <a:pt x="11824681" y="1008195"/>
                  <a:pt x="11742378" y="986227"/>
                </a:cubicBezTo>
                <a:cubicBezTo>
                  <a:pt x="11843295" y="875936"/>
                  <a:pt x="12022257" y="888939"/>
                  <a:pt x="12063968" y="729780"/>
                </a:cubicBezTo>
                <a:cubicBezTo>
                  <a:pt x="11901155" y="688534"/>
                  <a:pt x="11729822" y="735611"/>
                  <a:pt x="11572835" y="670151"/>
                </a:cubicBezTo>
                <a:cubicBezTo>
                  <a:pt x="11559381" y="664325"/>
                  <a:pt x="11540990" y="670151"/>
                  <a:pt x="11524844" y="671946"/>
                </a:cubicBezTo>
                <a:cubicBezTo>
                  <a:pt x="11201459" y="706916"/>
                  <a:pt x="10879418" y="676432"/>
                  <a:pt x="10560518" y="632492"/>
                </a:cubicBezTo>
                <a:cubicBezTo>
                  <a:pt x="10101230" y="569728"/>
                  <a:pt x="9640146" y="529825"/>
                  <a:pt x="9178169" y="501577"/>
                </a:cubicBezTo>
                <a:cubicBezTo>
                  <a:pt x="8796475" y="478266"/>
                  <a:pt x="8413886" y="467955"/>
                  <a:pt x="8033984" y="423121"/>
                </a:cubicBezTo>
                <a:cubicBezTo>
                  <a:pt x="7627624" y="375150"/>
                  <a:pt x="7221712" y="320901"/>
                  <a:pt x="6815795" y="270688"/>
                </a:cubicBezTo>
                <a:cubicBezTo>
                  <a:pt x="6797407" y="268446"/>
                  <a:pt x="6777110" y="261384"/>
                  <a:pt x="6757489" y="260880"/>
                </a:cubicBezTo>
                <a:cubicBezTo>
                  <a:pt x="6737867" y="260376"/>
                  <a:pt x="6718916" y="266430"/>
                  <a:pt x="6703217" y="290416"/>
                </a:cubicBezTo>
                <a:cubicBezTo>
                  <a:pt x="6786642" y="353629"/>
                  <a:pt x="6892941" y="329867"/>
                  <a:pt x="7005521" y="401154"/>
                </a:cubicBezTo>
                <a:cubicBezTo>
                  <a:pt x="6822525" y="378735"/>
                  <a:pt x="6677649" y="360801"/>
                  <a:pt x="6532779" y="342871"/>
                </a:cubicBezTo>
                <a:cubicBezTo>
                  <a:pt x="6530087" y="355424"/>
                  <a:pt x="6527397" y="367976"/>
                  <a:pt x="6524704" y="380529"/>
                </a:cubicBezTo>
                <a:cubicBezTo>
                  <a:pt x="6709945" y="406980"/>
                  <a:pt x="6881280" y="475126"/>
                  <a:pt x="7061587" y="523098"/>
                </a:cubicBezTo>
                <a:cubicBezTo>
                  <a:pt x="7044990" y="552691"/>
                  <a:pt x="7028398" y="546862"/>
                  <a:pt x="7013594" y="545070"/>
                </a:cubicBezTo>
                <a:cubicBezTo>
                  <a:pt x="6917162" y="533412"/>
                  <a:pt x="6820730" y="521755"/>
                  <a:pt x="6728335" y="489924"/>
                </a:cubicBezTo>
                <a:cubicBezTo>
                  <a:pt x="6707702" y="482748"/>
                  <a:pt x="6682583" y="482748"/>
                  <a:pt x="6670923" y="504270"/>
                </a:cubicBezTo>
                <a:cubicBezTo>
                  <a:pt x="6654326" y="534757"/>
                  <a:pt x="6678097" y="554484"/>
                  <a:pt x="6699180" y="571069"/>
                </a:cubicBezTo>
                <a:cubicBezTo>
                  <a:pt x="6735959" y="599764"/>
                  <a:pt x="6780362" y="591695"/>
                  <a:pt x="6822972" y="597073"/>
                </a:cubicBezTo>
                <a:cubicBezTo>
                  <a:pt x="6936448" y="610972"/>
                  <a:pt x="6990720" y="654460"/>
                  <a:pt x="7015839" y="753992"/>
                </a:cubicBezTo>
                <a:cubicBezTo>
                  <a:pt x="6916264" y="713640"/>
                  <a:pt x="6820280" y="763407"/>
                  <a:pt x="6723848" y="735160"/>
                </a:cubicBezTo>
                <a:cubicBezTo>
                  <a:pt x="6698731" y="727988"/>
                  <a:pt x="6658813" y="738747"/>
                  <a:pt x="6672268" y="773268"/>
                </a:cubicBezTo>
                <a:cubicBezTo>
                  <a:pt x="6684828" y="805550"/>
                  <a:pt x="6726540" y="828861"/>
                  <a:pt x="6652532" y="822585"/>
                </a:cubicBezTo>
                <a:cubicBezTo>
                  <a:pt x="6599609" y="818101"/>
                  <a:pt x="6495999" y="854418"/>
                  <a:pt x="6539505" y="863382"/>
                </a:cubicBezTo>
                <a:cubicBezTo>
                  <a:pt x="6594225" y="874593"/>
                  <a:pt x="6647600" y="890733"/>
                  <a:pt x="6717122" y="909114"/>
                </a:cubicBezTo>
                <a:cubicBezTo>
                  <a:pt x="6640423" y="939151"/>
                  <a:pt x="6585254" y="932874"/>
                  <a:pt x="6527397" y="909114"/>
                </a:cubicBezTo>
                <a:cubicBezTo>
                  <a:pt x="6457427" y="880419"/>
                  <a:pt x="6366375" y="845451"/>
                  <a:pt x="6309411" y="877731"/>
                </a:cubicBezTo>
                <a:cubicBezTo>
                  <a:pt x="6224192" y="926151"/>
                  <a:pt x="6153325" y="895663"/>
                  <a:pt x="6077077" y="887593"/>
                </a:cubicBezTo>
                <a:lnTo>
                  <a:pt x="6076642" y="887537"/>
                </a:lnTo>
                <a:lnTo>
                  <a:pt x="6032390" y="898600"/>
                </a:lnTo>
                <a:cubicBezTo>
                  <a:pt x="6023409" y="901866"/>
                  <a:pt x="6017756" y="911989"/>
                  <a:pt x="6008536" y="914503"/>
                </a:cubicBezTo>
                <a:cubicBezTo>
                  <a:pt x="5987921" y="920125"/>
                  <a:pt x="5964038" y="912898"/>
                  <a:pt x="5944926" y="922454"/>
                </a:cubicBezTo>
                <a:cubicBezTo>
                  <a:pt x="5934324" y="927755"/>
                  <a:pt x="5934324" y="943657"/>
                  <a:pt x="5929023" y="954259"/>
                </a:cubicBezTo>
                <a:cubicBezTo>
                  <a:pt x="5933305" y="967105"/>
                  <a:pt x="5936344" y="975942"/>
                  <a:pt x="5938641" y="983356"/>
                </a:cubicBezTo>
                <a:lnTo>
                  <a:pt x="5941380" y="994243"/>
                </a:lnTo>
                <a:lnTo>
                  <a:pt x="6022639" y="1012399"/>
                </a:lnTo>
                <a:cubicBezTo>
                  <a:pt x="6231931" y="1059643"/>
                  <a:pt x="6435672" y="1112210"/>
                  <a:pt x="6620687" y="1222947"/>
                </a:cubicBezTo>
                <a:cubicBezTo>
                  <a:pt x="6604990" y="1244018"/>
                  <a:pt x="6525153" y="1304094"/>
                  <a:pt x="6557895" y="1308577"/>
                </a:cubicBezTo>
                <a:cubicBezTo>
                  <a:pt x="6649842" y="1321581"/>
                  <a:pt x="6731472" y="1365517"/>
                  <a:pt x="6815348" y="1401831"/>
                </a:cubicBezTo>
                <a:cubicBezTo>
                  <a:pt x="6851679" y="1417523"/>
                  <a:pt x="6895633" y="1438147"/>
                  <a:pt x="6878591" y="1494187"/>
                </a:cubicBezTo>
                <a:cubicBezTo>
                  <a:pt x="6847640" y="1509878"/>
                  <a:pt x="6824766" y="1487911"/>
                  <a:pt x="6799202" y="1486118"/>
                </a:cubicBezTo>
                <a:cubicBezTo>
                  <a:pt x="6773186" y="1484326"/>
                  <a:pt x="6714877" y="1495981"/>
                  <a:pt x="6731027" y="1503602"/>
                </a:cubicBezTo>
                <a:cubicBezTo>
                  <a:pt x="6804583" y="1538124"/>
                  <a:pt x="6672268" y="1621067"/>
                  <a:pt x="6759282" y="1621067"/>
                </a:cubicBezTo>
                <a:cubicBezTo>
                  <a:pt x="6905053" y="1621514"/>
                  <a:pt x="6982647" y="1768566"/>
                  <a:pt x="7123035" y="1772603"/>
                </a:cubicBezTo>
                <a:cubicBezTo>
                  <a:pt x="7145459" y="1773049"/>
                  <a:pt x="7156224" y="1799053"/>
                  <a:pt x="7155777" y="1821919"/>
                </a:cubicBezTo>
                <a:cubicBezTo>
                  <a:pt x="7155777" y="1849268"/>
                  <a:pt x="7135144" y="1854199"/>
                  <a:pt x="7112270" y="1856890"/>
                </a:cubicBezTo>
                <a:cubicBezTo>
                  <a:pt x="7077284" y="1860923"/>
                  <a:pt x="7040954" y="1821919"/>
                  <a:pt x="6994755" y="1874821"/>
                </a:cubicBezTo>
                <a:cubicBezTo>
                  <a:pt x="7077735" y="1905755"/>
                  <a:pt x="7160709" y="1936693"/>
                  <a:pt x="7159364" y="2042948"/>
                </a:cubicBezTo>
                <a:cubicBezTo>
                  <a:pt x="7158916" y="2071638"/>
                  <a:pt x="7193452" y="2082399"/>
                  <a:pt x="7219467" y="2089573"/>
                </a:cubicBezTo>
                <a:cubicBezTo>
                  <a:pt x="7262526" y="2101231"/>
                  <a:pt x="7298853" y="2121854"/>
                  <a:pt x="7322179" y="2161756"/>
                </a:cubicBezTo>
                <a:cubicBezTo>
                  <a:pt x="7321730" y="2169378"/>
                  <a:pt x="7321281" y="2177446"/>
                  <a:pt x="7323974" y="2183724"/>
                </a:cubicBezTo>
                <a:cubicBezTo>
                  <a:pt x="7316349" y="2280115"/>
                  <a:pt x="7253555" y="2277424"/>
                  <a:pt x="7184034" y="2261285"/>
                </a:cubicBezTo>
                <a:cubicBezTo>
                  <a:pt x="7101058" y="2241558"/>
                  <a:pt x="7018978" y="2205691"/>
                  <a:pt x="6931516" y="2240212"/>
                </a:cubicBezTo>
                <a:cubicBezTo>
                  <a:pt x="7054861" y="2286391"/>
                  <a:pt x="7188967" y="2289976"/>
                  <a:pt x="7304686" y="2355883"/>
                </a:cubicBezTo>
                <a:cubicBezTo>
                  <a:pt x="6881280" y="2367989"/>
                  <a:pt x="6507211" y="2159959"/>
                  <a:pt x="6096813" y="2080160"/>
                </a:cubicBezTo>
                <a:cubicBezTo>
                  <a:pt x="6110718" y="2133508"/>
                  <a:pt x="6143907" y="2144268"/>
                  <a:pt x="6173959" y="2152340"/>
                </a:cubicBezTo>
                <a:cubicBezTo>
                  <a:pt x="6325561" y="2192691"/>
                  <a:pt x="6458320" y="2272943"/>
                  <a:pt x="6596469" y="2342432"/>
                </a:cubicBezTo>
                <a:cubicBezTo>
                  <a:pt x="6653429" y="2371125"/>
                  <a:pt x="6694695" y="2399820"/>
                  <a:pt x="6716224" y="2461690"/>
                </a:cubicBezTo>
                <a:cubicBezTo>
                  <a:pt x="6735511" y="2517732"/>
                  <a:pt x="6772739" y="2543736"/>
                  <a:pt x="6841810" y="2527594"/>
                </a:cubicBezTo>
                <a:cubicBezTo>
                  <a:pt x="6897875" y="2514144"/>
                  <a:pt x="6959322" y="2521317"/>
                  <a:pt x="7018080" y="2526249"/>
                </a:cubicBezTo>
                <a:cubicBezTo>
                  <a:pt x="7085808" y="2531629"/>
                  <a:pt x="7161607" y="2594845"/>
                  <a:pt x="7143217" y="2627573"/>
                </a:cubicBezTo>
                <a:cubicBezTo>
                  <a:pt x="7111823" y="2683166"/>
                  <a:pt x="7059345" y="2655370"/>
                  <a:pt x="7012697" y="2649094"/>
                </a:cubicBezTo>
                <a:cubicBezTo>
                  <a:pt x="6959771" y="2641473"/>
                  <a:pt x="6861547" y="2625779"/>
                  <a:pt x="6859752" y="2632505"/>
                </a:cubicBezTo>
                <a:cubicBezTo>
                  <a:pt x="6825212" y="2771936"/>
                  <a:pt x="6582114" y="2650439"/>
                  <a:pt x="6529636" y="2637883"/>
                </a:cubicBezTo>
                <a:cubicBezTo>
                  <a:pt x="6464154" y="2622192"/>
                  <a:pt x="6402705" y="2650887"/>
                  <a:pt x="6340360" y="2657610"/>
                </a:cubicBezTo>
                <a:cubicBezTo>
                  <a:pt x="6284743" y="2663887"/>
                  <a:pt x="5970330" y="2683166"/>
                  <a:pt x="5905294" y="2623984"/>
                </a:cubicBezTo>
                <a:cubicBezTo>
                  <a:pt x="5896322" y="2670163"/>
                  <a:pt x="5915159" y="2688993"/>
                  <a:pt x="5930860" y="2710066"/>
                </a:cubicBezTo>
                <a:cubicBezTo>
                  <a:pt x="5952838" y="2740102"/>
                  <a:pt x="5956426" y="2761175"/>
                  <a:pt x="5914710" y="2784935"/>
                </a:cubicBezTo>
                <a:cubicBezTo>
                  <a:pt x="5795853" y="2853086"/>
                  <a:pt x="5797649" y="2855325"/>
                  <a:pt x="5908433" y="2947683"/>
                </a:cubicBezTo>
                <a:cubicBezTo>
                  <a:pt x="5913818" y="2951715"/>
                  <a:pt x="5911572" y="2965167"/>
                  <a:pt x="5912470" y="2974134"/>
                </a:cubicBezTo>
                <a:cubicBezTo>
                  <a:pt x="5883316" y="2988480"/>
                  <a:pt x="5849228" y="2952613"/>
                  <a:pt x="5815141" y="2991171"/>
                </a:cubicBezTo>
                <a:cubicBezTo>
                  <a:pt x="5963601" y="3160638"/>
                  <a:pt x="6190105" y="3202332"/>
                  <a:pt x="6395082" y="3329661"/>
                </a:cubicBezTo>
                <a:cubicBezTo>
                  <a:pt x="6229127" y="3371803"/>
                  <a:pt x="6129555" y="3224751"/>
                  <a:pt x="6007557" y="3243581"/>
                </a:cubicBezTo>
                <a:cubicBezTo>
                  <a:pt x="5946560" y="3289760"/>
                  <a:pt x="6127760" y="3363734"/>
                  <a:pt x="5955079" y="3385704"/>
                </a:cubicBezTo>
                <a:cubicBezTo>
                  <a:pt x="6029985" y="3426052"/>
                  <a:pt x="6085601" y="3465503"/>
                  <a:pt x="6137180" y="3512133"/>
                </a:cubicBezTo>
                <a:cubicBezTo>
                  <a:pt x="6229127" y="3595522"/>
                  <a:pt x="6247069" y="3650219"/>
                  <a:pt x="6204457" y="3762302"/>
                </a:cubicBezTo>
                <a:cubicBezTo>
                  <a:pt x="6176648" y="3835828"/>
                  <a:pt x="6135833" y="3903528"/>
                  <a:pt x="6171716" y="3990952"/>
                </a:cubicBezTo>
                <a:cubicBezTo>
                  <a:pt x="6196832" y="4051028"/>
                  <a:pt x="6186964" y="4090479"/>
                  <a:pt x="6093674" y="4063580"/>
                </a:cubicBezTo>
                <a:cubicBezTo>
                  <a:pt x="5993205" y="4034885"/>
                  <a:pt x="5955530" y="4088685"/>
                  <a:pt x="5980645" y="4194045"/>
                </a:cubicBezTo>
                <a:cubicBezTo>
                  <a:pt x="5996791" y="4261744"/>
                  <a:pt x="5979747" y="4282366"/>
                  <a:pt x="5910676" y="4274743"/>
                </a:cubicBezTo>
                <a:cubicBezTo>
                  <a:pt x="5834426" y="4266226"/>
                  <a:pt x="5761765" y="4221841"/>
                  <a:pt x="5667577" y="4243362"/>
                </a:cubicBezTo>
                <a:cubicBezTo>
                  <a:pt x="5742928" y="4366207"/>
                  <a:pt x="5903948" y="4331236"/>
                  <a:pt x="5991859" y="4448252"/>
                </a:cubicBezTo>
                <a:cubicBezTo>
                  <a:pt x="5886904" y="4448697"/>
                  <a:pt x="5806617" y="4448252"/>
                  <a:pt x="5729024" y="4422695"/>
                </a:cubicBezTo>
                <a:cubicBezTo>
                  <a:pt x="5696728" y="4412381"/>
                  <a:pt x="5661295" y="4401625"/>
                  <a:pt x="5643357" y="4437041"/>
                </a:cubicBezTo>
                <a:cubicBezTo>
                  <a:pt x="5622274" y="4479633"/>
                  <a:pt x="5665781" y="4495772"/>
                  <a:pt x="5692243" y="4503395"/>
                </a:cubicBezTo>
                <a:cubicBezTo>
                  <a:pt x="5766702" y="4524914"/>
                  <a:pt x="5823661" y="4576025"/>
                  <a:pt x="5885111" y="4615926"/>
                </a:cubicBezTo>
                <a:cubicBezTo>
                  <a:pt x="6020115" y="4703353"/>
                  <a:pt x="6168129" y="4776430"/>
                  <a:pt x="6282503" y="4920793"/>
                </a:cubicBezTo>
                <a:cubicBezTo>
                  <a:pt x="6138526" y="4884029"/>
                  <a:pt x="6031329" y="4798399"/>
                  <a:pt x="5897668" y="4780915"/>
                </a:cubicBezTo>
                <a:cubicBezTo>
                  <a:pt x="6013387" y="4912275"/>
                  <a:pt x="6162296" y="4998804"/>
                  <a:pt x="6303132" y="5094297"/>
                </a:cubicBezTo>
                <a:cubicBezTo>
                  <a:pt x="6343501" y="5121199"/>
                  <a:pt x="6384317" y="5139580"/>
                  <a:pt x="6393287" y="5198310"/>
                </a:cubicBezTo>
                <a:cubicBezTo>
                  <a:pt x="6410780" y="5312186"/>
                  <a:pt x="6463257" y="5406336"/>
                  <a:pt x="6575386" y="5456548"/>
                </a:cubicBezTo>
                <a:cubicBezTo>
                  <a:pt x="6576284" y="5457000"/>
                  <a:pt x="6570007" y="5474037"/>
                  <a:pt x="6566415" y="5485690"/>
                </a:cubicBezTo>
                <a:cubicBezTo>
                  <a:pt x="6497793" y="5489279"/>
                  <a:pt x="6443521" y="5422027"/>
                  <a:pt x="6356059" y="5443995"/>
                </a:cubicBezTo>
                <a:cubicBezTo>
                  <a:pt x="6439934" y="5535454"/>
                  <a:pt x="6509903" y="5617502"/>
                  <a:pt x="6628762" y="5660990"/>
                </a:cubicBezTo>
                <a:cubicBezTo>
                  <a:pt x="6723848" y="5695511"/>
                  <a:pt x="6841363" y="5715686"/>
                  <a:pt x="6910436" y="5827767"/>
                </a:cubicBezTo>
                <a:cubicBezTo>
                  <a:pt x="6830149" y="5849739"/>
                  <a:pt x="6770494" y="5821942"/>
                  <a:pt x="6710393" y="5802214"/>
                </a:cubicBezTo>
                <a:cubicBezTo>
                  <a:pt x="6618446" y="5771728"/>
                  <a:pt x="6527397" y="5737208"/>
                  <a:pt x="6435448" y="5706719"/>
                </a:cubicBezTo>
                <a:cubicBezTo>
                  <a:pt x="6400463" y="5695062"/>
                  <a:pt x="6362338" y="5686991"/>
                  <a:pt x="6339913" y="5742586"/>
                </a:cubicBezTo>
                <a:cubicBezTo>
                  <a:pt x="6456978" y="5754244"/>
                  <a:pt x="6526948" y="5829564"/>
                  <a:pt x="6600503" y="5900398"/>
                </a:cubicBezTo>
                <a:cubicBezTo>
                  <a:pt x="6641770" y="5940299"/>
                  <a:pt x="6675410" y="5993652"/>
                  <a:pt x="6749863" y="5973478"/>
                </a:cubicBezTo>
                <a:cubicBezTo>
                  <a:pt x="6788885" y="5962718"/>
                  <a:pt x="6813554" y="5992754"/>
                  <a:pt x="6809515" y="6029519"/>
                </a:cubicBezTo>
                <a:cubicBezTo>
                  <a:pt x="6794715" y="6159089"/>
                  <a:pt x="6885766" y="6204369"/>
                  <a:pt x="6979954" y="6229474"/>
                </a:cubicBezTo>
                <a:cubicBezTo>
                  <a:pt x="7158469" y="6276549"/>
                  <a:pt x="7306929" y="6387287"/>
                  <a:pt x="7480509" y="6447812"/>
                </a:cubicBezTo>
                <a:cubicBezTo>
                  <a:pt x="7649154" y="6506545"/>
                  <a:pt x="7779672" y="6645975"/>
                  <a:pt x="7948764" y="6719056"/>
                </a:cubicBezTo>
                <a:cubicBezTo>
                  <a:pt x="8040603" y="6758733"/>
                  <a:pt x="8129409" y="6806985"/>
                  <a:pt x="8221244" y="6848868"/>
                </a:cubicBezTo>
                <a:lnTo>
                  <a:pt x="824292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A8F77-A611-CBA6-9D7D-CBBFB9FB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720524"/>
          </a:xfrm>
        </p:spPr>
        <p:txBody>
          <a:bodyPr>
            <a:normAutofit/>
          </a:bodyPr>
          <a:lstStyle/>
          <a:p>
            <a:r>
              <a:rPr lang="en-GB"/>
              <a:t>Lift and weight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A32AD4-580C-1242-12C4-2100DF1ECE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265037"/>
            <a:ext cx="5234271" cy="39119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sng" strike="noStrike" cap="none" normalizeH="0" baseline="0">
                <a:ln>
                  <a:noFill/>
                </a:ln>
                <a:effectLst/>
              </a:rPr>
              <a:t>Lift</a:t>
            </a:r>
            <a:r>
              <a:rPr kumimoji="0" lang="en-US" altLang="en-US" sz="1400" b="0" i="0" u="sng" strike="noStrike" cap="none" normalizeH="0" baseline="0">
                <a:ln>
                  <a:noFill/>
                </a:ln>
                <a:effectLst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Generated by the wing's airfoil shape (curved top, flatter bottom).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Bernoulli’s Principle: Faster airflow over the curved upper surface lowers pressure, while slower airflow beneath creates higher pressure, generating lift.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Newton’s Third Law: Downward deflection of air by the wings </a:t>
            </a:r>
            <a:r>
              <a:rPr kumimoji="0" lang="en-US" altLang="en-US" sz="1400" i="0" strike="noStrike" cap="none" normalizeH="0" baseline="0">
                <a:ln>
                  <a:noFill/>
                </a:ln>
                <a:effectLst/>
              </a:rPr>
              <a:t>creates an equal upward force.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sng" strike="noStrike" cap="none" normalizeH="0" baseline="0">
                <a:ln>
                  <a:noFill/>
                </a:ln>
                <a:effectLst/>
              </a:rPr>
              <a:t>Weight: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Downward force due to gravity, calculated as W=mg (gravity = 9.81 m/s²).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Acts through the center of gravity, where the airplane’s mass is balanced.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</a:rPr>
              <a:t>Changes during flight as fuel burns, requiring pilots to adjust for stability and control.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Newton's Third Law - Action &amp; Reaction | Glenn Research Center | NASA">
            <a:extLst>
              <a:ext uri="{FF2B5EF4-FFF2-40B4-BE49-F238E27FC236}">
                <a16:creationId xmlns:a16="http://schemas.microsoft.com/office/drawing/2014/main" id="{CB3521B1-DBA2-8D6E-001C-F7D9001BC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4655" y="1363512"/>
            <a:ext cx="3541508" cy="218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Bernoulli's Principle | SKYbrary Aviation Safety">
            <a:extLst>
              <a:ext uri="{FF2B5EF4-FFF2-40B4-BE49-F238E27FC236}">
                <a16:creationId xmlns:a16="http://schemas.microsoft.com/office/drawing/2014/main" id="{AFDFA859-A471-1B63-48A2-967B14EA8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4655" y="4272039"/>
            <a:ext cx="3541510" cy="165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817664D-100A-AB84-9E66-82CB5456254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0694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52640">
        <p:circle/>
      </p:transition>
    </mc:Choice>
    <mc:Fallback xmlns="">
      <p:transition spd="slow" advTm="5264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7DD2-B373-BED8-FA3E-D2C09EA5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/>
              <a:t>Summary of all principles </a:t>
            </a:r>
          </a:p>
        </p:txBody>
      </p:sp>
      <p:pic>
        <p:nvPicPr>
          <p:cNvPr id="9" name="Picture 8" descr="An airplane wing in the sky&#10;&#10;Description automatically generated">
            <a:extLst>
              <a:ext uri="{FF2B5EF4-FFF2-40B4-BE49-F238E27FC236}">
                <a16:creationId xmlns:a16="http://schemas.microsoft.com/office/drawing/2014/main" id="{35240816-775E-28A5-A60C-5C9AF2B4A1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05" r="51744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>
            <a:extLst>
              <a:ext uri="{FF2B5EF4-FFF2-40B4-BE49-F238E27FC236}">
                <a16:creationId xmlns:a16="http://schemas.microsoft.com/office/drawing/2014/main" id="{C25ED1CA-ED51-0A53-34E1-66AE9590F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8557" y="2551176"/>
            <a:ext cx="5444382" cy="35912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sng" strike="noStrike" cap="none" normalizeH="0" baseline="0">
                <a:ln>
                  <a:noFill/>
                </a:ln>
                <a:effectLst/>
              </a:rPr>
              <a:t>Newton’s Laws</a:t>
            </a:r>
            <a:r>
              <a:rPr kumimoji="0" lang="en-US" altLang="en-US" sz="1700" b="0" i="0" u="sng" strike="noStrike" cap="none" normalizeH="0" baseline="0">
                <a:ln>
                  <a:noFill/>
                </a:ln>
                <a:effectLst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First Law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Stable flight occurs when forces (thrust, drag, lift, weight) are balanced.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Second Law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Heavier planes need more force to accelerate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Third Law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Wings deflect air downward, creating an equal upward lift force.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sng" strike="noStrike" cap="none" normalizeH="0" baseline="0">
                <a:ln>
                  <a:noFill/>
                </a:ln>
                <a:effectLst/>
              </a:rPr>
              <a:t>Bernoulli’s Principle: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Faster airflow over the wing’s curved top reduces pressure compared to slower airflow below, creating lift.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700" b="1" i="0" u="sng" strike="noStrike" cap="none" normalizeH="0" baseline="0">
                <a:ln>
                  <a:noFill/>
                </a:ln>
                <a:effectLst/>
              </a:rPr>
              <a:t>Continuity &amp; Energy</a:t>
            </a:r>
            <a:r>
              <a:rPr kumimoji="0" lang="en-US" altLang="en-US" sz="1700" b="0" i="0" u="sng" strike="noStrike" cap="none" normalizeH="0" baseline="0">
                <a:ln>
                  <a:noFill/>
                </a:ln>
                <a:effectLst/>
              </a:rPr>
              <a:t>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Air accelerates over wings to maintain constant flow, while energy conservation ensures efficient lift.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34170C7E-EB16-D797-98E4-1715282B3B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29859733"/>
      </p:ext>
    </p:extLst>
  </p:cSld>
  <p:clrMapOvr>
    <a:masterClrMapping/>
  </p:clrMapOvr>
  <p:transition spd="slow" advTm="24335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|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0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0013BCAB84DF40A8F4DAD528258C3C" ma:contentTypeVersion="10" ma:contentTypeDescription="Create a new document." ma:contentTypeScope="" ma:versionID="7b1c785614be518690236db7056acacc">
  <xsd:schema xmlns:xsd="http://www.w3.org/2001/XMLSchema" xmlns:xs="http://www.w3.org/2001/XMLSchema" xmlns:p="http://schemas.microsoft.com/office/2006/metadata/properties" xmlns:ns3="365da382-95bf-4df6-a212-241f11431c57" targetNamespace="http://schemas.microsoft.com/office/2006/metadata/properties" ma:root="true" ma:fieldsID="6274c14706718b6f242fc20de0c36f20" ns3:_="">
    <xsd:import namespace="365da382-95bf-4df6-a212-241f11431c5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5da382-95bf-4df6-a212-241f11431c5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5da382-95bf-4df6-a212-241f11431c57" xsi:nil="true"/>
  </documentManagement>
</p:properties>
</file>

<file path=customXml/itemProps1.xml><?xml version="1.0" encoding="utf-8"?>
<ds:datastoreItem xmlns:ds="http://schemas.openxmlformats.org/officeDocument/2006/customXml" ds:itemID="{1D884F37-E29F-4BB9-8561-496F0DAFC453}">
  <ds:schemaRefs>
    <ds:schemaRef ds:uri="365da382-95bf-4df6-a212-241f11431c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F24E6D6-09EB-455D-92A5-3833D9D46F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933102-2216-4C60-96AB-9E10FD101A88}">
  <ds:schemaRefs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365da382-95bf-4df6-a212-241f11431c57"/>
  </ds:schemaRefs>
</ds:datastoreItem>
</file>

<file path=docMetadata/LabelInfo.xml><?xml version="1.0" encoding="utf-8"?>
<clbl:labelList xmlns:clbl="http://schemas.microsoft.com/office/2020/mipLabelMetadata">
  <clbl:label id="{6b902693-1074-40aa-9e21-d89446a2ebb5}" enabled="0" method="" siteId="{6b902693-1074-40aa-9e21-d89446a2eb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47</Paragraphs>
  <Slides>5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How the 4 fundamental forces affect flight </vt:lpstr>
      <vt:lpstr>Introduction of the principles behind flight </vt:lpstr>
      <vt:lpstr>Thrust and drag </vt:lpstr>
      <vt:lpstr>Lift and weight </vt:lpstr>
      <vt:lpstr>Summary of all principles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Zain Mughal</dc:creator>
  <cp:lastModifiedBy>Mughal, Mohib (UG - Mech Eng Sciences)</cp:lastModifiedBy>
  <cp:revision>4</cp:revision>
  <dcterms:created xsi:type="dcterms:W3CDTF">2024-12-01T16:52:27Z</dcterms:created>
  <dcterms:modified xsi:type="dcterms:W3CDTF">2024-12-05T14:49:49Z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0x010100610013BCAB84DF40A8F4DAD528258C3C</vt:lpwstr>
  </property>
</Properties>
</file>